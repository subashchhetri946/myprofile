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4"/>
  </p:sldMasterIdLst>
  <p:notesMasterIdLst>
    <p:notesMasterId r:id="rId23"/>
  </p:notesMasterIdLst>
  <p:handoutMasterIdLst>
    <p:handoutMasterId r:id="rId24"/>
  </p:handoutMasterIdLst>
  <p:sldIdLst>
    <p:sldId id="257" r:id="rId5"/>
    <p:sldId id="259" r:id="rId6"/>
    <p:sldId id="260" r:id="rId7"/>
    <p:sldId id="261" r:id="rId8"/>
    <p:sldId id="268" r:id="rId9"/>
    <p:sldId id="269" r:id="rId10"/>
    <p:sldId id="262" r:id="rId11"/>
    <p:sldId id="276" r:id="rId12"/>
    <p:sldId id="263" r:id="rId13"/>
    <p:sldId id="264" r:id="rId14"/>
    <p:sldId id="265" r:id="rId15"/>
    <p:sldId id="267" r:id="rId16"/>
    <p:sldId id="272" r:id="rId17"/>
    <p:sldId id="270" r:id="rId18"/>
    <p:sldId id="271" r:id="rId19"/>
    <p:sldId id="266" r:id="rId20"/>
    <p:sldId id="258" r:id="rId21"/>
    <p:sldId id="275" r:id="rId22"/>
  </p:sldIdLst>
  <p:sldSz cx="12192000" cy="6858000"/>
  <p:notesSz cx="6858000" cy="9144000"/>
  <p:defaultTextStyle>
    <a:defPPr rtl="0">
      <a:defRPr lang="fi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472" dt="2026-10-23T07:55:23.198"/>
    <p1510:client id="{972A03C7-1F8F-F0D9-537E-7F2A8FBFB195}" v="381" dt="2026-10-22T14:09:39.248"/>
    <p1510:client id="{9F2D753F-0F27-D6F1-E600-7BBFF3E913B2}" v="6" dt="2026-10-23T07:04:01.618"/>
    <p1510:client id="{CFEBF9E7-87B2-DD1C-2652-33F3A8ED1927}" v="2" dt="2026-10-23T07:05:03.539"/>
    <p1510:client id="{D1C53C52-1542-300A-BD40-2F698AA066ED}" v="14" dt="2026-10-23T06:08:37.370"/>
    <p1510:client id="{E52969DA-1EBA-AD93-FBDD-82D5728FF43E}" v="156" dt="2026-10-23T07:26:43.9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notesMaster" Target="notesMasters/notesMaster1.xml"/><Relationship Id="rId28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theme" Target="theme/theme1.xml"/><Relationship Id="rId3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ias Malmberg" userId="S::amk1004301@student.hamk.fi::545ba281-d25f-4674-beb9-ba183d0abe10" providerId="AD" clId="Web-{00000000-0000-0000-0000-000000000000}"/>
    <pc:docChg chg="addSld delSld modSld">
      <pc:chgData name="Matias Malmberg" userId="S::amk1004301@student.hamk.fi::545ba281-d25f-4674-beb9-ba183d0abe10" providerId="AD" clId="Web-{00000000-0000-0000-0000-000000000000}" dt="2026-10-23T06:51:48.775" v="247" actId="20577"/>
      <pc:docMkLst>
        <pc:docMk/>
      </pc:docMkLst>
      <pc:sldChg chg="modSp">
        <pc:chgData name="Matias Malmberg" userId="S::amk1004301@student.hamk.fi::545ba281-d25f-4674-beb9-ba183d0abe10" providerId="AD" clId="Web-{00000000-0000-0000-0000-000000000000}" dt="2026-10-23T06:18:58.184" v="19" actId="14100"/>
        <pc:sldMkLst>
          <pc:docMk/>
          <pc:sldMk cId="191714609" sldId="258"/>
        </pc:sldMkLst>
        <pc:picChg chg="mod">
          <ac:chgData name="Matias Malmberg" userId="S::amk1004301@student.hamk.fi::545ba281-d25f-4674-beb9-ba183d0abe10" providerId="AD" clId="Web-{00000000-0000-0000-0000-000000000000}" dt="2026-10-23T06:18:58.184" v="19" actId="14100"/>
          <ac:picMkLst>
            <pc:docMk/>
            <pc:sldMk cId="191714609" sldId="258"/>
            <ac:picMk id="5" creationId="{94BCA02D-F87D-332D-34C8-403120BC8068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19:52.918" v="27" actId="14100"/>
        <pc:sldMkLst>
          <pc:docMk/>
          <pc:sldMk cId="2540647331" sldId="259"/>
        </pc:sldMkLst>
        <pc:picChg chg="mod">
          <ac:chgData name="Matias Malmberg" userId="S::amk1004301@student.hamk.fi::545ba281-d25f-4674-beb9-ba183d0abe10" providerId="AD" clId="Web-{00000000-0000-0000-0000-000000000000}" dt="2026-10-23T06:19:52.918" v="27" actId="14100"/>
          <ac:picMkLst>
            <pc:docMk/>
            <pc:sldMk cId="2540647331" sldId="259"/>
            <ac:picMk id="7" creationId="{0E31968F-8E05-B91F-B3C3-12160C9946BB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0:33.684" v="32" actId="1076"/>
        <pc:sldMkLst>
          <pc:docMk/>
          <pc:sldMk cId="3657940319" sldId="260"/>
        </pc:sldMkLst>
        <pc:picChg chg="mod modCrop">
          <ac:chgData name="Matias Malmberg" userId="S::amk1004301@student.hamk.fi::545ba281-d25f-4674-beb9-ba183d0abe10" providerId="AD" clId="Web-{00000000-0000-0000-0000-000000000000}" dt="2026-10-23T06:20:33.684" v="32" actId="1076"/>
          <ac:picMkLst>
            <pc:docMk/>
            <pc:sldMk cId="3657940319" sldId="260"/>
            <ac:picMk id="7" creationId="{936FD8F2-5EFC-E226-CCFA-C8B7390D9D15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0:46.871" v="35" actId="14100"/>
        <pc:sldMkLst>
          <pc:docMk/>
          <pc:sldMk cId="2210509083" sldId="261"/>
        </pc:sldMkLst>
        <pc:picChg chg="mod">
          <ac:chgData name="Matias Malmberg" userId="S::amk1004301@student.hamk.fi::545ba281-d25f-4674-beb9-ba183d0abe10" providerId="AD" clId="Web-{00000000-0000-0000-0000-000000000000}" dt="2026-10-23T06:20:46.871" v="35" actId="14100"/>
          <ac:picMkLst>
            <pc:docMk/>
            <pc:sldMk cId="2210509083" sldId="261"/>
            <ac:picMk id="7" creationId="{86DFEA1F-EA30-8F3B-FA62-18B3A8F481B3}"/>
          </ac:picMkLst>
        </pc:picChg>
      </pc:sldChg>
      <pc:sldChg chg="addSp delSp modSp">
        <pc:chgData name="Matias Malmberg" userId="S::amk1004301@student.hamk.fi::545ba281-d25f-4674-beb9-ba183d0abe10" providerId="AD" clId="Web-{00000000-0000-0000-0000-000000000000}" dt="2026-10-23T06:12:32.856" v="7"/>
        <pc:sldMkLst>
          <pc:docMk/>
          <pc:sldMk cId="1963888981" sldId="262"/>
        </pc:sldMkLst>
        <pc:spChg chg="mod">
          <ac:chgData name="Matias Malmberg" userId="S::amk1004301@student.hamk.fi::545ba281-d25f-4674-beb9-ba183d0abe10" providerId="AD" clId="Web-{00000000-0000-0000-0000-000000000000}" dt="2026-10-23T06:12:30.340" v="5"/>
          <ac:spMkLst>
            <pc:docMk/>
            <pc:sldMk cId="1963888981" sldId="262"/>
            <ac:spMk id="2" creationId="{8C5BF795-9888-6D9E-B283-6AF4C1BF1FD3}"/>
          </ac:spMkLst>
        </pc:spChg>
        <pc:spChg chg="mod">
          <ac:chgData name="Matias Malmberg" userId="S::amk1004301@student.hamk.fi::545ba281-d25f-4674-beb9-ba183d0abe10" providerId="AD" clId="Web-{00000000-0000-0000-0000-000000000000}" dt="2026-10-23T06:12:30.340" v="5"/>
          <ac:spMkLst>
            <pc:docMk/>
            <pc:sldMk cId="1963888981" sldId="262"/>
            <ac:spMk id="4" creationId="{F91AB2ED-32A7-0178-253C-5DC857500BFC}"/>
          </ac:spMkLst>
        </pc:spChg>
        <pc:spChg chg="mod">
          <ac:chgData name="Matias Malmberg" userId="S::amk1004301@student.hamk.fi::545ba281-d25f-4674-beb9-ba183d0abe10" providerId="AD" clId="Web-{00000000-0000-0000-0000-000000000000}" dt="2026-10-23T06:12:30.340" v="5"/>
          <ac:spMkLst>
            <pc:docMk/>
            <pc:sldMk cId="1963888981" sldId="262"/>
            <ac:spMk id="5" creationId="{808C595F-10E5-07ED-987A-04792AB5866D}"/>
          </ac:spMkLst>
        </pc:spChg>
        <pc:spChg chg="add del mod">
          <ac:chgData name="Matias Malmberg" userId="S::amk1004301@student.hamk.fi::545ba281-d25f-4674-beb9-ba183d0abe10" providerId="AD" clId="Web-{00000000-0000-0000-0000-000000000000}" dt="2026-10-23T06:12:32.856" v="7"/>
          <ac:spMkLst>
            <pc:docMk/>
            <pc:sldMk cId="1963888981" sldId="262"/>
            <ac:spMk id="6" creationId="{76C5CC9F-C4E5-30CD-5008-77B83A7C8AC5}"/>
          </ac:spMkLst>
        </pc:spChg>
        <pc:picChg chg="add del">
          <ac:chgData name="Matias Malmberg" userId="S::amk1004301@student.hamk.fi::545ba281-d25f-4674-beb9-ba183d0abe10" providerId="AD" clId="Web-{00000000-0000-0000-0000-000000000000}" dt="2026-10-23T06:12:32.856" v="7"/>
          <ac:picMkLst>
            <pc:docMk/>
            <pc:sldMk cId="1963888981" sldId="262"/>
            <ac:picMk id="7" creationId="{7BA21E66-E846-AA1D-9985-3AD1B286A8BD}"/>
          </ac:picMkLst>
        </pc:picChg>
        <pc:picChg chg="add del mod ord">
          <ac:chgData name="Matias Malmberg" userId="S::amk1004301@student.hamk.fi::545ba281-d25f-4674-beb9-ba183d0abe10" providerId="AD" clId="Web-{00000000-0000-0000-0000-000000000000}" dt="2026-10-23T06:12:31.450" v="6"/>
          <ac:picMkLst>
            <pc:docMk/>
            <pc:sldMk cId="1963888981" sldId="262"/>
            <ac:picMk id="8" creationId="{34DF9109-BEC4-3C30-D161-7E587720754F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1:13.746" v="40" actId="14100"/>
        <pc:sldMkLst>
          <pc:docMk/>
          <pc:sldMk cId="2650944561" sldId="263"/>
        </pc:sldMkLst>
        <pc:picChg chg="mod">
          <ac:chgData name="Matias Malmberg" userId="S::amk1004301@student.hamk.fi::545ba281-d25f-4674-beb9-ba183d0abe10" providerId="AD" clId="Web-{00000000-0000-0000-0000-000000000000}" dt="2026-10-23T06:21:13.746" v="40" actId="14100"/>
          <ac:picMkLst>
            <pc:docMk/>
            <pc:sldMk cId="2650944561" sldId="263"/>
            <ac:picMk id="11" creationId="{BE53FE25-38AA-8D44-0A5C-1B5183C2B6DC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1:25.340" v="43" actId="14100"/>
        <pc:sldMkLst>
          <pc:docMk/>
          <pc:sldMk cId="3715587410" sldId="264"/>
        </pc:sldMkLst>
        <pc:picChg chg="mod">
          <ac:chgData name="Matias Malmberg" userId="S::amk1004301@student.hamk.fi::545ba281-d25f-4674-beb9-ba183d0abe10" providerId="AD" clId="Web-{00000000-0000-0000-0000-000000000000}" dt="2026-10-23T06:21:25.340" v="43" actId="14100"/>
          <ac:picMkLst>
            <pc:docMk/>
            <pc:sldMk cId="3715587410" sldId="264"/>
            <ac:picMk id="7" creationId="{2B4406AE-5CF6-B5D7-D21F-1D06FDC3A822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1:41.324" v="47"/>
        <pc:sldMkLst>
          <pc:docMk/>
          <pc:sldMk cId="647247450" sldId="265"/>
        </pc:sldMkLst>
        <pc:picChg chg="mod">
          <ac:chgData name="Matias Malmberg" userId="S::amk1004301@student.hamk.fi::545ba281-d25f-4674-beb9-ba183d0abe10" providerId="AD" clId="Web-{00000000-0000-0000-0000-000000000000}" dt="2026-10-23T06:21:41.324" v="47"/>
          <ac:picMkLst>
            <pc:docMk/>
            <pc:sldMk cId="647247450" sldId="265"/>
            <ac:picMk id="7" creationId="{646F4599-239C-C86C-F1FF-09E866C94540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2:07.496" v="52" actId="14100"/>
        <pc:sldMkLst>
          <pc:docMk/>
          <pc:sldMk cId="2030224659" sldId="266"/>
        </pc:sldMkLst>
        <pc:picChg chg="mod">
          <ac:chgData name="Matias Malmberg" userId="S::amk1004301@student.hamk.fi::545ba281-d25f-4674-beb9-ba183d0abe10" providerId="AD" clId="Web-{00000000-0000-0000-0000-000000000000}" dt="2026-10-23T06:22:07.496" v="52" actId="14100"/>
          <ac:picMkLst>
            <pc:docMk/>
            <pc:sldMk cId="2030224659" sldId="266"/>
            <ac:picMk id="7" creationId="{B17F2ADB-9469-553C-B84D-F19AFF9AC3DE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18:38.980" v="16" actId="1076"/>
        <pc:sldMkLst>
          <pc:docMk/>
          <pc:sldMk cId="339181989" sldId="267"/>
        </pc:sldMkLst>
        <pc:picChg chg="mod">
          <ac:chgData name="Matias Malmberg" userId="S::amk1004301@student.hamk.fi::545ba281-d25f-4674-beb9-ba183d0abe10" providerId="AD" clId="Web-{00000000-0000-0000-0000-000000000000}" dt="2026-10-23T06:18:38.980" v="16" actId="1076"/>
          <ac:picMkLst>
            <pc:docMk/>
            <pc:sldMk cId="339181989" sldId="267"/>
            <ac:picMk id="7" creationId="{5FED68BB-705E-494A-6611-7713B2C837A9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19:33.371" v="24" actId="1076"/>
        <pc:sldMkLst>
          <pc:docMk/>
          <pc:sldMk cId="3831753766" sldId="268"/>
        </pc:sldMkLst>
        <pc:picChg chg="mod">
          <ac:chgData name="Matias Malmberg" userId="S::amk1004301@student.hamk.fi::545ba281-d25f-4674-beb9-ba183d0abe10" providerId="AD" clId="Web-{00000000-0000-0000-0000-000000000000}" dt="2026-10-23T06:19:33.371" v="24" actId="1076"/>
          <ac:picMkLst>
            <pc:docMk/>
            <pc:sldMk cId="3831753766" sldId="268"/>
            <ac:picMk id="7" creationId="{2C8F9979-B7D3-F6D5-8A78-40760305F5FF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2:24.855" v="55" actId="1076"/>
        <pc:sldMkLst>
          <pc:docMk/>
          <pc:sldMk cId="2358133330" sldId="269"/>
        </pc:sldMkLst>
        <pc:picChg chg="mod">
          <ac:chgData name="Matias Malmberg" userId="S::amk1004301@student.hamk.fi::545ba281-d25f-4674-beb9-ba183d0abe10" providerId="AD" clId="Web-{00000000-0000-0000-0000-000000000000}" dt="2026-10-23T06:22:24.855" v="55" actId="1076"/>
          <ac:picMkLst>
            <pc:docMk/>
            <pc:sldMk cId="2358133330" sldId="269"/>
            <ac:picMk id="7" creationId="{A58F8B93-EA3E-2089-7BE6-6A9F183F4C24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2:52.558" v="64" actId="1076"/>
        <pc:sldMkLst>
          <pc:docMk/>
          <pc:sldMk cId="595916329" sldId="270"/>
        </pc:sldMkLst>
        <pc:picChg chg="mod">
          <ac:chgData name="Matias Malmberg" userId="S::amk1004301@student.hamk.fi::545ba281-d25f-4674-beb9-ba183d0abe10" providerId="AD" clId="Web-{00000000-0000-0000-0000-000000000000}" dt="2026-10-23T06:22:52.558" v="64" actId="1076"/>
          <ac:picMkLst>
            <pc:docMk/>
            <pc:sldMk cId="595916329" sldId="270"/>
            <ac:picMk id="7" creationId="{C003477A-12A7-4543-7902-705391A9AD2F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3:18.058" v="71" actId="1076"/>
        <pc:sldMkLst>
          <pc:docMk/>
          <pc:sldMk cId="4140526232" sldId="271"/>
        </pc:sldMkLst>
        <pc:picChg chg="mod">
          <ac:chgData name="Matias Malmberg" userId="S::amk1004301@student.hamk.fi::545ba281-d25f-4674-beb9-ba183d0abe10" providerId="AD" clId="Web-{00000000-0000-0000-0000-000000000000}" dt="2026-10-23T06:23:18.058" v="71" actId="1076"/>
          <ac:picMkLst>
            <pc:docMk/>
            <pc:sldMk cId="4140526232" sldId="271"/>
            <ac:picMk id="7" creationId="{C08229FF-9754-A55A-D8F0-42FC12F08AB9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2:38.465" v="60" actId="1076"/>
        <pc:sldMkLst>
          <pc:docMk/>
          <pc:sldMk cId="357911747" sldId="272"/>
        </pc:sldMkLst>
        <pc:picChg chg="mod">
          <ac:chgData name="Matias Malmberg" userId="S::amk1004301@student.hamk.fi::545ba281-d25f-4674-beb9-ba183d0abe10" providerId="AD" clId="Web-{00000000-0000-0000-0000-000000000000}" dt="2026-10-23T06:22:38.465" v="60" actId="1076"/>
          <ac:picMkLst>
            <pc:docMk/>
            <pc:sldMk cId="357911747" sldId="272"/>
            <ac:picMk id="11" creationId="{72CD503B-E996-51F7-0C18-190440465BAA}"/>
          </ac:picMkLst>
        </pc:picChg>
      </pc:sldChg>
      <pc:sldChg chg="modSp">
        <pc:chgData name="Matias Malmberg" userId="S::amk1004301@student.hamk.fi::545ba281-d25f-4674-beb9-ba183d0abe10" providerId="AD" clId="Web-{00000000-0000-0000-0000-000000000000}" dt="2026-10-23T06:23:05.496" v="68" actId="1076"/>
        <pc:sldMkLst>
          <pc:docMk/>
          <pc:sldMk cId="2723686541" sldId="273"/>
        </pc:sldMkLst>
        <pc:picChg chg="mod">
          <ac:chgData name="Matias Malmberg" userId="S::amk1004301@student.hamk.fi::545ba281-d25f-4674-beb9-ba183d0abe10" providerId="AD" clId="Web-{00000000-0000-0000-0000-000000000000}" dt="2026-10-23T06:23:05.496" v="68" actId="1076"/>
          <ac:picMkLst>
            <pc:docMk/>
            <pc:sldMk cId="2723686541" sldId="273"/>
            <ac:picMk id="7" creationId="{4E536F7A-3AA7-7417-8629-2AFCB33CD8F9}"/>
          </ac:picMkLst>
        </pc:picChg>
      </pc:sldChg>
      <pc:sldChg chg="del">
        <pc:chgData name="Matias Malmberg" userId="S::amk1004301@student.hamk.fi::545ba281-d25f-4674-beb9-ba183d0abe10" providerId="AD" clId="Web-{00000000-0000-0000-0000-000000000000}" dt="2026-10-23T06:17:36.527" v="8"/>
        <pc:sldMkLst>
          <pc:docMk/>
          <pc:sldMk cId="394891342" sldId="274"/>
        </pc:sldMkLst>
      </pc:sldChg>
      <pc:sldChg chg="addSp delSp modSp new">
        <pc:chgData name="Matias Malmberg" userId="S::amk1004301@student.hamk.fi::545ba281-d25f-4674-beb9-ba183d0abe10" providerId="AD" clId="Web-{00000000-0000-0000-0000-000000000000}" dt="2026-10-23T06:51:48.775" v="247" actId="20577"/>
        <pc:sldMkLst>
          <pc:docMk/>
          <pc:sldMk cId="4129588256" sldId="276"/>
        </pc:sldMkLst>
        <pc:spChg chg="mod">
          <ac:chgData name="Matias Malmberg" userId="S::amk1004301@student.hamk.fi::545ba281-d25f-4674-beb9-ba183d0abe10" providerId="AD" clId="Web-{00000000-0000-0000-0000-000000000000}" dt="2026-10-23T06:49:55.197" v="96" actId="1076"/>
          <ac:spMkLst>
            <pc:docMk/>
            <pc:sldMk cId="4129588256" sldId="276"/>
            <ac:spMk id="2" creationId="{5568A747-3040-0CEA-1A50-043A7D8396C8}"/>
          </ac:spMkLst>
        </pc:spChg>
        <pc:spChg chg="del">
          <ac:chgData name="Matias Malmberg" userId="S::amk1004301@student.hamk.fi::545ba281-d25f-4674-beb9-ba183d0abe10" providerId="AD" clId="Web-{00000000-0000-0000-0000-000000000000}" dt="2026-10-23T06:48:58.963" v="86"/>
          <ac:spMkLst>
            <pc:docMk/>
            <pc:sldMk cId="4129588256" sldId="276"/>
            <ac:spMk id="3" creationId="{049ECC7C-9099-DE34-2755-C630BAB08157}"/>
          </ac:spMkLst>
        </pc:spChg>
        <pc:spChg chg="mod">
          <ac:chgData name="Matias Malmberg" userId="S::amk1004301@student.hamk.fi::545ba281-d25f-4674-beb9-ba183d0abe10" providerId="AD" clId="Web-{00000000-0000-0000-0000-000000000000}" dt="2026-10-23T06:51:48.775" v="247" actId="20577"/>
          <ac:spMkLst>
            <pc:docMk/>
            <pc:sldMk cId="4129588256" sldId="276"/>
            <ac:spMk id="4" creationId="{DF115DB2-C8CB-BA9A-35C6-46B31F80D57E}"/>
          </ac:spMkLst>
        </pc:spChg>
        <pc:picChg chg="add mod ord">
          <ac:chgData name="Matias Malmberg" userId="S::amk1004301@student.hamk.fi::545ba281-d25f-4674-beb9-ba183d0abe10" providerId="AD" clId="Web-{00000000-0000-0000-0000-000000000000}" dt="2026-10-23T06:49:21.353" v="89" actId="1076"/>
          <ac:picMkLst>
            <pc:docMk/>
            <pc:sldMk cId="4129588256" sldId="276"/>
            <ac:picMk id="6" creationId="{107FA296-4D32-24D9-DE7C-D771C89CC76C}"/>
          </ac:picMkLst>
        </pc:picChg>
        <pc:picChg chg="add mod">
          <ac:chgData name="Matias Malmberg" userId="S::amk1004301@student.hamk.fi::545ba281-d25f-4674-beb9-ba183d0abe10" providerId="AD" clId="Web-{00000000-0000-0000-0000-000000000000}" dt="2026-10-23T06:50:21.322" v="101" actId="1076"/>
          <ac:picMkLst>
            <pc:docMk/>
            <pc:sldMk cId="4129588256" sldId="276"/>
            <ac:picMk id="7" creationId="{91AE22D3-7D3A-1737-2DA7-A19ABEB45365}"/>
          </ac:picMkLst>
        </pc:picChg>
      </pc:sldChg>
    </pc:docChg>
  </pc:docChgLst>
  <pc:docChgLst>
    <pc:chgData name="Sadia Islam Sanji" userId="S::amk1004108@student.hamk.fi::4072d6ee-4d98-4956-8b5d-14e373921322" providerId="AD" clId="Web-{CFEBF9E7-87B2-DD1C-2652-33F3A8ED1927}"/>
    <pc:docChg chg="sldOrd">
      <pc:chgData name="Sadia Islam Sanji" userId="S::amk1004108@student.hamk.fi::4072d6ee-4d98-4956-8b5d-14e373921322" providerId="AD" clId="Web-{CFEBF9E7-87B2-DD1C-2652-33F3A8ED1927}" dt="2026-10-23T07:05:03.539" v="1"/>
      <pc:docMkLst>
        <pc:docMk/>
      </pc:docMkLst>
      <pc:sldChg chg="ord">
        <pc:chgData name="Sadia Islam Sanji" userId="S::amk1004108@student.hamk.fi::4072d6ee-4d98-4956-8b5d-14e373921322" providerId="AD" clId="Web-{CFEBF9E7-87B2-DD1C-2652-33F3A8ED1927}" dt="2026-10-23T07:04:59.117" v="0"/>
        <pc:sldMkLst>
          <pc:docMk/>
          <pc:sldMk cId="191714609" sldId="258"/>
        </pc:sldMkLst>
      </pc:sldChg>
      <pc:sldChg chg="ord">
        <pc:chgData name="Sadia Islam Sanji" userId="S::amk1004108@student.hamk.fi::4072d6ee-4d98-4956-8b5d-14e373921322" providerId="AD" clId="Web-{CFEBF9E7-87B2-DD1C-2652-33F3A8ED1927}" dt="2026-10-23T07:05:03.539" v="1"/>
        <pc:sldMkLst>
          <pc:docMk/>
          <pc:sldMk cId="2030224659" sldId="266"/>
        </pc:sldMkLst>
      </pc:sldChg>
    </pc:docChg>
  </pc:docChgLst>
  <pc:docChgLst>
    <pc:chgData name="Aleksi Oikarinen" userId="S::aleksi23007@student.hamk.fi::af5db606-1135-4a05-86bc-7b82d1f88ace" providerId="AD" clId="Web-{E52969DA-1EBA-AD93-FBDD-82D5728FF43E}"/>
    <pc:docChg chg="modSld sldOrd">
      <pc:chgData name="Aleksi Oikarinen" userId="S::aleksi23007@student.hamk.fi::af5db606-1135-4a05-86bc-7b82d1f88ace" providerId="AD" clId="Web-{E52969DA-1EBA-AD93-FBDD-82D5728FF43E}" dt="2026-10-23T07:26:43.973" v="172" actId="1076"/>
      <pc:docMkLst>
        <pc:docMk/>
      </pc:docMkLst>
      <pc:sldChg chg="addSp delSp modSp mod setBg modClrScheme chgLayout">
        <pc:chgData name="Aleksi Oikarinen" userId="S::aleksi23007@student.hamk.fi::af5db606-1135-4a05-86bc-7b82d1f88ace" providerId="AD" clId="Web-{E52969DA-1EBA-AD93-FBDD-82D5728FF43E}" dt="2026-10-23T07:26:43.973" v="172" actId="1076"/>
        <pc:sldMkLst>
          <pc:docMk/>
          <pc:sldMk cId="4043737824" sldId="257"/>
        </pc:sldMkLst>
        <pc:spChg chg="mod">
          <ac:chgData name="Aleksi Oikarinen" userId="S::aleksi23007@student.hamk.fi::af5db606-1135-4a05-86bc-7b82d1f88ace" providerId="AD" clId="Web-{E52969DA-1EBA-AD93-FBDD-82D5728FF43E}" dt="2026-10-23T07:16:11.364" v="141"/>
          <ac:spMkLst>
            <pc:docMk/>
            <pc:sldMk cId="4043737824" sldId="257"/>
            <ac:spMk id="2" creationId="{78FD68DA-43BA-4508-8DE2-BA9BB7B2FA5B}"/>
          </ac:spMkLst>
        </pc:spChg>
        <pc:spChg chg="mod ord">
          <ac:chgData name="Aleksi Oikarinen" userId="S::aleksi23007@student.hamk.fi::af5db606-1135-4a05-86bc-7b82d1f88ace" providerId="AD" clId="Web-{E52969DA-1EBA-AD93-FBDD-82D5728FF43E}" dt="2026-10-23T07:25:27.238" v="168" actId="20577"/>
          <ac:spMkLst>
            <pc:docMk/>
            <pc:sldMk cId="4043737824" sldId="257"/>
            <ac:spMk id="3" creationId="{A8E9CFF2-3777-4FF4-A759-8491175B0B7C}"/>
          </ac:spMkLst>
        </pc:spChg>
        <pc:spChg chg="add del">
          <ac:chgData name="Aleksi Oikarinen" userId="S::aleksi23007@student.hamk.fi::af5db606-1135-4a05-86bc-7b82d1f88ace" providerId="AD" clId="Web-{E52969DA-1EBA-AD93-FBDD-82D5728FF43E}" dt="2026-10-23T07:15:46.880" v="134"/>
          <ac:spMkLst>
            <pc:docMk/>
            <pc:sldMk cId="4043737824" sldId="257"/>
            <ac:spMk id="22" creationId="{A9286AD2-18A9-4868-A4E3-7A2097A20810}"/>
          </ac:spMkLst>
        </pc:spChg>
        <pc:spChg chg="add del mod">
          <ac:chgData name="Aleksi Oikarinen" userId="S::aleksi23007@student.hamk.fi::af5db606-1135-4a05-86bc-7b82d1f88ace" providerId="AD" clId="Web-{E52969DA-1EBA-AD93-FBDD-82D5728FF43E}" dt="2026-10-23T07:15:42.146" v="131"/>
          <ac:spMkLst>
            <pc:docMk/>
            <pc:sldMk cId="4043737824" sldId="257"/>
            <ac:spMk id="29" creationId="{4E667E0C-8026-7B3D-6EA6-E650CD754F76}"/>
          </ac:spMkLst>
        </pc:spChg>
        <pc:spChg chg="add del mod">
          <ac:chgData name="Aleksi Oikarinen" userId="S::aleksi23007@student.hamk.fi::af5db606-1135-4a05-86bc-7b82d1f88ace" providerId="AD" clId="Web-{E52969DA-1EBA-AD93-FBDD-82D5728FF43E}" dt="2026-10-23T07:15:46.880" v="133"/>
          <ac:spMkLst>
            <pc:docMk/>
            <pc:sldMk cId="4043737824" sldId="257"/>
            <ac:spMk id="31" creationId="{4F3D27E0-D528-2FDA-5C27-5B2019A52E72}"/>
          </ac:spMkLst>
        </pc:spChg>
        <pc:spChg chg="add mod">
          <ac:chgData name="Aleksi Oikarinen" userId="S::aleksi23007@student.hamk.fi::af5db606-1135-4a05-86bc-7b82d1f88ace" providerId="AD" clId="Web-{E52969DA-1EBA-AD93-FBDD-82D5728FF43E}" dt="2026-10-23T07:16:11.364" v="141"/>
          <ac:spMkLst>
            <pc:docMk/>
            <pc:sldMk cId="4043737824" sldId="257"/>
            <ac:spMk id="33" creationId="{5AE05E2D-E0D0-2727-E22C-C67B6982B96D}"/>
          </ac:spMkLst>
        </pc:spChg>
        <pc:picChg chg="add del mod ord">
          <ac:chgData name="Aleksi Oikarinen" userId="S::aleksi23007@student.hamk.fi::af5db606-1135-4a05-86bc-7b82d1f88ace" providerId="AD" clId="Web-{E52969DA-1EBA-AD93-FBDD-82D5728FF43E}" dt="2026-10-23T07:26:43.973" v="172" actId="1076"/>
          <ac:picMkLst>
            <pc:docMk/>
            <pc:sldMk cId="4043737824" sldId="257"/>
            <ac:picMk id="6" creationId="{9185684A-C1A5-CD11-88AD-9AF27AA8A4D1}"/>
          </ac:picMkLst>
        </pc:picChg>
        <pc:cxnChg chg="add del">
          <ac:chgData name="Aleksi Oikarinen" userId="S::aleksi23007@student.hamk.fi::af5db606-1135-4a05-86bc-7b82d1f88ace" providerId="AD" clId="Web-{E52969DA-1EBA-AD93-FBDD-82D5728FF43E}" dt="2026-10-23T07:15:46.880" v="134"/>
          <ac:cxnSpMkLst>
            <pc:docMk/>
            <pc:sldMk cId="4043737824" sldId="257"/>
            <ac:cxnSpMk id="24" creationId="{E7A7CD63-7EC3-44F3-95D0-595C4019FF24}"/>
          </ac:cxnSpMkLst>
        </pc:cxnChg>
      </pc:sldChg>
      <pc:sldChg chg="ord">
        <pc:chgData name="Aleksi Oikarinen" userId="S::aleksi23007@student.hamk.fi::af5db606-1135-4a05-86bc-7b82d1f88ace" providerId="AD" clId="Web-{E52969DA-1EBA-AD93-FBDD-82D5728FF43E}" dt="2026-10-23T06:53:47.632" v="4"/>
        <pc:sldMkLst>
          <pc:docMk/>
          <pc:sldMk cId="2030224659" sldId="266"/>
        </pc:sldMkLst>
      </pc:sldChg>
      <pc:sldChg chg="ord">
        <pc:chgData name="Aleksi Oikarinen" userId="S::aleksi23007@student.hamk.fi::af5db606-1135-4a05-86bc-7b82d1f88ace" providerId="AD" clId="Web-{E52969DA-1EBA-AD93-FBDD-82D5728FF43E}" dt="2026-10-23T06:43:38.196" v="0"/>
        <pc:sldMkLst>
          <pc:docMk/>
          <pc:sldMk cId="339181989" sldId="267"/>
        </pc:sldMkLst>
      </pc:sldChg>
      <pc:sldChg chg="ord">
        <pc:chgData name="Aleksi Oikarinen" userId="S::aleksi23007@student.hamk.fi::af5db606-1135-4a05-86bc-7b82d1f88ace" providerId="AD" clId="Web-{E52969DA-1EBA-AD93-FBDD-82D5728FF43E}" dt="2026-10-23T06:53:12.273" v="2"/>
        <pc:sldMkLst>
          <pc:docMk/>
          <pc:sldMk cId="595916329" sldId="270"/>
        </pc:sldMkLst>
      </pc:sldChg>
      <pc:sldChg chg="ord">
        <pc:chgData name="Aleksi Oikarinen" userId="S::aleksi23007@student.hamk.fi::af5db606-1135-4a05-86bc-7b82d1f88ace" providerId="AD" clId="Web-{E52969DA-1EBA-AD93-FBDD-82D5728FF43E}" dt="2026-10-23T06:54:13.601" v="6"/>
        <pc:sldMkLst>
          <pc:docMk/>
          <pc:sldMk cId="4140526232" sldId="271"/>
        </pc:sldMkLst>
      </pc:sldChg>
      <pc:sldChg chg="ord">
        <pc:chgData name="Aleksi Oikarinen" userId="S::aleksi23007@student.hamk.fi::af5db606-1135-4a05-86bc-7b82d1f88ace" providerId="AD" clId="Web-{E52969DA-1EBA-AD93-FBDD-82D5728FF43E}" dt="2026-10-23T06:52:47.710" v="1"/>
        <pc:sldMkLst>
          <pc:docMk/>
          <pc:sldMk cId="357911747" sldId="272"/>
        </pc:sldMkLst>
      </pc:sldChg>
    </pc:docChg>
  </pc:docChgLst>
  <pc:docChgLst>
    <pc:chgData name="Sadia Islam Sanji" userId="S::amk1004108@student.hamk.fi::4072d6ee-4d98-4956-8b5d-14e373921322" providerId="AD" clId="Web-{00000000-0000-0000-0000-000000000000}"/>
    <pc:docChg chg="modSld">
      <pc:chgData name="Sadia Islam Sanji" userId="S::amk1004108@student.hamk.fi::4072d6ee-4d98-4956-8b5d-14e373921322" providerId="AD" clId="Web-{00000000-0000-0000-0000-000000000000}" dt="2026-10-23T07:55:23.198" v="197" actId="1076"/>
      <pc:docMkLst>
        <pc:docMk/>
      </pc:docMkLst>
      <pc:sldChg chg="modSp">
        <pc:chgData name="Sadia Islam Sanji" userId="S::amk1004108@student.hamk.fi::4072d6ee-4d98-4956-8b5d-14e373921322" providerId="AD" clId="Web-{00000000-0000-0000-0000-000000000000}" dt="2026-10-23T07:55:23.198" v="197" actId="1076"/>
        <pc:sldMkLst>
          <pc:docMk/>
          <pc:sldMk cId="191714609" sldId="258"/>
        </pc:sldMkLst>
        <pc:spChg chg="mod">
          <ac:chgData name="Sadia Islam Sanji" userId="S::amk1004108@student.hamk.fi::4072d6ee-4d98-4956-8b5d-14e373921322" providerId="AD" clId="Web-{00000000-0000-0000-0000-000000000000}" dt="2026-10-23T07:55:23.198" v="197" actId="1076"/>
          <ac:spMkLst>
            <pc:docMk/>
            <pc:sldMk cId="191714609" sldId="258"/>
            <ac:spMk id="56" creationId="{5230F626-10D3-9FC3-3CA6-61210572B84D}"/>
          </ac:spMkLst>
        </pc:spChg>
      </pc:sldChg>
      <pc:sldChg chg="modSp">
        <pc:chgData name="Sadia Islam Sanji" userId="S::amk1004108@student.hamk.fi::4072d6ee-4d98-4956-8b5d-14e373921322" providerId="AD" clId="Web-{00000000-0000-0000-0000-000000000000}" dt="2026-10-23T07:52:06.120" v="85" actId="20577"/>
        <pc:sldMkLst>
          <pc:docMk/>
          <pc:sldMk cId="2030224659" sldId="266"/>
        </pc:sldMkLst>
        <pc:spChg chg="mod">
          <ac:chgData name="Sadia Islam Sanji" userId="S::amk1004108@student.hamk.fi::4072d6ee-4d98-4956-8b5d-14e373921322" providerId="AD" clId="Web-{00000000-0000-0000-0000-000000000000}" dt="2026-10-23T07:52:06.120" v="85" actId="20577"/>
          <ac:spMkLst>
            <pc:docMk/>
            <pc:sldMk cId="2030224659" sldId="266"/>
            <ac:spMk id="4" creationId="{C2C61BCF-976A-EB08-9B3F-8F4D71997894}"/>
          </ac:spMkLst>
        </pc:spChg>
      </pc:sldChg>
    </pc:docChg>
  </pc:docChgLst>
  <pc:docChgLst>
    <pc:chgData name="Aleksi Oikarinen" userId="S::aleksi23007@student.hamk.fi::af5db606-1135-4a05-86bc-7b82d1f88ace" providerId="AD" clId="Web-{00000000-0000-0000-0000-000000000000}"/>
    <pc:docChg chg="addSld modSld">
      <pc:chgData name="Aleksi Oikarinen" userId="S::aleksi23007@student.hamk.fi::af5db606-1135-4a05-86bc-7b82d1f88ace" providerId="AD" clId="Web-{00000000-0000-0000-0000-000000000000}" dt="2026-10-23T06:16:53.902" v="68" actId="14100"/>
      <pc:docMkLst>
        <pc:docMk/>
      </pc:docMkLst>
      <pc:sldChg chg="modSp">
        <pc:chgData name="Aleksi Oikarinen" userId="S::aleksi23007@student.hamk.fi::af5db606-1135-4a05-86bc-7b82d1f88ace" providerId="AD" clId="Web-{00000000-0000-0000-0000-000000000000}" dt="2026-10-23T06:16:53.902" v="68" actId="14100"/>
        <pc:sldMkLst>
          <pc:docMk/>
          <pc:sldMk cId="4043737824" sldId="257"/>
        </pc:sldMkLst>
        <pc:picChg chg="mod">
          <ac:chgData name="Aleksi Oikarinen" userId="S::aleksi23007@student.hamk.fi::af5db606-1135-4a05-86bc-7b82d1f88ace" providerId="AD" clId="Web-{00000000-0000-0000-0000-000000000000}" dt="2026-10-23T06:16:53.902" v="68" actId="14100"/>
          <ac:picMkLst>
            <pc:docMk/>
            <pc:sldMk cId="4043737824" sldId="257"/>
            <ac:picMk id="6" creationId="{9185684A-C1A5-CD11-88AD-9AF27AA8A4D1}"/>
          </ac:picMkLst>
        </pc:picChg>
      </pc:sldChg>
      <pc:sldChg chg="addSp delSp modSp new">
        <pc:chgData name="Aleksi Oikarinen" userId="S::aleksi23007@student.hamk.fi::af5db606-1135-4a05-86bc-7b82d1f88ace" providerId="AD" clId="Web-{00000000-0000-0000-0000-000000000000}" dt="2026-10-23T06:12:43.497" v="66" actId="20577"/>
        <pc:sldMkLst>
          <pc:docMk/>
          <pc:sldMk cId="2945766088" sldId="275"/>
        </pc:sldMkLst>
        <pc:spChg chg="mod">
          <ac:chgData name="Aleksi Oikarinen" userId="S::aleksi23007@student.hamk.fi::af5db606-1135-4a05-86bc-7b82d1f88ace" providerId="AD" clId="Web-{00000000-0000-0000-0000-000000000000}" dt="2026-10-23T06:10:57.232" v="14" actId="14100"/>
          <ac:spMkLst>
            <pc:docMk/>
            <pc:sldMk cId="2945766088" sldId="275"/>
            <ac:spMk id="2" creationId="{CC5E6C27-D684-5358-55D3-C546B7927D0F}"/>
          </ac:spMkLst>
        </pc:spChg>
        <pc:spChg chg="add del">
          <ac:chgData name="Aleksi Oikarinen" userId="S::aleksi23007@student.hamk.fi::af5db606-1135-4a05-86bc-7b82d1f88ace" providerId="AD" clId="Web-{00000000-0000-0000-0000-000000000000}" dt="2026-10-23T06:12:15.966" v="20"/>
          <ac:spMkLst>
            <pc:docMk/>
            <pc:sldMk cId="2945766088" sldId="275"/>
            <ac:spMk id="3" creationId="{554F7FBB-182C-98EE-02A4-AFBF467CCE7C}"/>
          </ac:spMkLst>
        </pc:spChg>
        <pc:spChg chg="mod">
          <ac:chgData name="Aleksi Oikarinen" userId="S::aleksi23007@student.hamk.fi::af5db606-1135-4a05-86bc-7b82d1f88ace" providerId="AD" clId="Web-{00000000-0000-0000-0000-000000000000}" dt="2026-10-23T06:12:43.497" v="66" actId="20577"/>
          <ac:spMkLst>
            <pc:docMk/>
            <pc:sldMk cId="2945766088" sldId="275"/>
            <ac:spMk id="4" creationId="{E3A3DBD9-60B5-BC25-F066-FFA629765FCC}"/>
          </ac:spMkLst>
        </pc:spChg>
        <pc:picChg chg="add del mod ord">
          <ac:chgData name="Aleksi Oikarinen" userId="S::aleksi23007@student.hamk.fi::af5db606-1135-4a05-86bc-7b82d1f88ace" providerId="AD" clId="Web-{00000000-0000-0000-0000-000000000000}" dt="2026-10-23T06:11:34.763" v="19"/>
          <ac:picMkLst>
            <pc:docMk/>
            <pc:sldMk cId="2945766088" sldId="275"/>
            <ac:picMk id="6" creationId="{D0D9398D-D11B-76A8-4CF6-9C4386095025}"/>
          </ac:picMkLst>
        </pc:picChg>
        <pc:picChg chg="add mod ord">
          <ac:chgData name="Aleksi Oikarinen" userId="S::aleksi23007@student.hamk.fi::af5db606-1135-4a05-86bc-7b82d1f88ace" providerId="AD" clId="Web-{00000000-0000-0000-0000-000000000000}" dt="2026-10-23T06:12:15.966" v="20"/>
          <ac:picMkLst>
            <pc:docMk/>
            <pc:sldMk cId="2945766088" sldId="275"/>
            <ac:picMk id="7" creationId="{5CF00D69-FCD7-6404-4759-25017CE2055D}"/>
          </ac:picMkLst>
        </pc:picChg>
      </pc:sldChg>
    </pc:docChg>
  </pc:docChgLst>
  <pc:docChgLst>
    <pc:chgData name="Sadia Rumpa" userId="S::amk1005792@student.hamk.fi::439bf713-9ab7-44e6-bdb5-21a7e8b5af12" providerId="AD" clId="Web-{9F2D753F-0F27-D6F1-E600-7BBFF3E913B2}"/>
    <pc:docChg chg="sldOrd">
      <pc:chgData name="Sadia Rumpa" userId="S::amk1005792@student.hamk.fi::439bf713-9ab7-44e6-bdb5-21a7e8b5af12" providerId="AD" clId="Web-{9F2D753F-0F27-D6F1-E600-7BBFF3E913B2}" dt="2026-10-23T07:04:01.618" v="5"/>
      <pc:docMkLst>
        <pc:docMk/>
      </pc:docMkLst>
      <pc:sldChg chg="ord">
        <pc:chgData name="Sadia Rumpa" userId="S::amk1005792@student.hamk.fi::439bf713-9ab7-44e6-bdb5-21a7e8b5af12" providerId="AD" clId="Web-{9F2D753F-0F27-D6F1-E600-7BBFF3E913B2}" dt="2026-10-23T07:03:38.508" v="1"/>
        <pc:sldMkLst>
          <pc:docMk/>
          <pc:sldMk cId="3831753766" sldId="268"/>
        </pc:sldMkLst>
      </pc:sldChg>
      <pc:sldChg chg="ord">
        <pc:chgData name="Sadia Rumpa" userId="S::amk1005792@student.hamk.fi::439bf713-9ab7-44e6-bdb5-21a7e8b5af12" providerId="AD" clId="Web-{9F2D753F-0F27-D6F1-E600-7BBFF3E913B2}" dt="2026-10-23T07:03:58.930" v="4"/>
        <pc:sldMkLst>
          <pc:docMk/>
          <pc:sldMk cId="2358133330" sldId="269"/>
        </pc:sldMkLst>
      </pc:sldChg>
      <pc:sldChg chg="ord">
        <pc:chgData name="Sadia Rumpa" userId="S::amk1005792@student.hamk.fi::439bf713-9ab7-44e6-bdb5-21a7e8b5af12" providerId="AD" clId="Web-{9F2D753F-0F27-D6F1-E600-7BBFF3E913B2}" dt="2026-10-23T07:04:01.618" v="5"/>
        <pc:sldMkLst>
          <pc:docMk/>
          <pc:sldMk cId="595916329" sldId="270"/>
        </pc:sldMkLst>
      </pc:sldChg>
    </pc:docChg>
  </pc:docChgLst>
  <pc:docChgLst>
    <pc:chgData name="Subash Chhetri" userId="S::subash23000@student.hamk.fi::d891a431-d1ce-4848-a54e-5e97b3bf2012" providerId="AD" clId="Web-{972A03C7-1F8F-F0D9-537E-7F2A8FBFB195}"/>
    <pc:docChg chg="modSld">
      <pc:chgData name="Subash Chhetri" userId="S::subash23000@student.hamk.fi::d891a431-d1ce-4848-a54e-5e97b3bf2012" providerId="AD" clId="Web-{972A03C7-1F8F-F0D9-537E-7F2A8FBFB195}" dt="2026-10-22T14:09:39.248" v="387" actId="20577"/>
      <pc:docMkLst>
        <pc:docMk/>
      </pc:docMkLst>
      <pc:sldChg chg="modSp">
        <pc:chgData name="Subash Chhetri" userId="S::subash23000@student.hamk.fi::d891a431-d1ce-4848-a54e-5e97b3bf2012" providerId="AD" clId="Web-{972A03C7-1F8F-F0D9-537E-7F2A8FBFB195}" dt="2026-10-22T13:45:49.123" v="28" actId="20577"/>
        <pc:sldMkLst>
          <pc:docMk/>
          <pc:sldMk cId="2650944561" sldId="263"/>
        </pc:sldMkLst>
        <pc:spChg chg="mod">
          <ac:chgData name="Subash Chhetri" userId="S::subash23000@student.hamk.fi::d891a431-d1ce-4848-a54e-5e97b3bf2012" providerId="AD" clId="Web-{972A03C7-1F8F-F0D9-537E-7F2A8FBFB195}" dt="2026-10-22T13:45:49.123" v="28" actId="20577"/>
          <ac:spMkLst>
            <pc:docMk/>
            <pc:sldMk cId="2650944561" sldId="263"/>
            <ac:spMk id="4" creationId="{4A1B7AEB-DB89-C859-DF78-6E16221EBAB9}"/>
          </ac:spMkLst>
        </pc:spChg>
      </pc:sldChg>
      <pc:sldChg chg="modSp">
        <pc:chgData name="Subash Chhetri" userId="S::subash23000@student.hamk.fi::d891a431-d1ce-4848-a54e-5e97b3bf2012" providerId="AD" clId="Web-{972A03C7-1F8F-F0D9-537E-7F2A8FBFB195}" dt="2026-10-22T14:03:28.201" v="170" actId="20577"/>
        <pc:sldMkLst>
          <pc:docMk/>
          <pc:sldMk cId="3715587410" sldId="264"/>
        </pc:sldMkLst>
        <pc:spChg chg="mod">
          <ac:chgData name="Subash Chhetri" userId="S::subash23000@student.hamk.fi::d891a431-d1ce-4848-a54e-5e97b3bf2012" providerId="AD" clId="Web-{972A03C7-1F8F-F0D9-537E-7F2A8FBFB195}" dt="2026-10-22T14:03:28.201" v="170" actId="20577"/>
          <ac:spMkLst>
            <pc:docMk/>
            <pc:sldMk cId="3715587410" sldId="264"/>
            <ac:spMk id="4" creationId="{CF61A84A-0F9E-68BE-224D-616F44A52BB1}"/>
          </ac:spMkLst>
        </pc:spChg>
      </pc:sldChg>
      <pc:sldChg chg="modSp">
        <pc:chgData name="Subash Chhetri" userId="S::subash23000@student.hamk.fi::d891a431-d1ce-4848-a54e-5e97b3bf2012" providerId="AD" clId="Web-{972A03C7-1F8F-F0D9-537E-7F2A8FBFB195}" dt="2026-10-22T14:09:39.248" v="387" actId="20577"/>
        <pc:sldMkLst>
          <pc:docMk/>
          <pc:sldMk cId="647247450" sldId="265"/>
        </pc:sldMkLst>
        <pc:spChg chg="mod">
          <ac:chgData name="Subash Chhetri" userId="S::subash23000@student.hamk.fi::d891a431-d1ce-4848-a54e-5e97b3bf2012" providerId="AD" clId="Web-{972A03C7-1F8F-F0D9-537E-7F2A8FBFB195}" dt="2026-10-22T14:09:39.248" v="387" actId="20577"/>
          <ac:spMkLst>
            <pc:docMk/>
            <pc:sldMk cId="647247450" sldId="265"/>
            <ac:spMk id="4" creationId="{C688A4B6-B390-37EC-37E4-90C26E487C35}"/>
          </ac:spMkLst>
        </pc:spChg>
      </pc:sldChg>
    </pc:docChg>
  </pc:docChgLst>
  <pc:docChgLst>
    <pc:chgData name="Aleksi Oikarinen" userId="af5db606-1135-4a05-86bc-7b82d1f88ace" providerId="ADAL" clId="{1108D365-2873-4256-922B-0EFA7D8D4EF5}"/>
    <pc:docChg chg="custSel modSld">
      <pc:chgData name="Aleksi Oikarinen" userId="af5db606-1135-4a05-86bc-7b82d1f88ace" providerId="ADAL" clId="{1108D365-2873-4256-922B-0EFA7D8D4EF5}" dt="2026-10-22T12:38:30.320" v="1182" actId="20577"/>
      <pc:docMkLst>
        <pc:docMk/>
      </pc:docMkLst>
      <pc:sldChg chg="modSp mod">
        <pc:chgData name="Aleksi Oikarinen" userId="af5db606-1135-4a05-86bc-7b82d1f88ace" providerId="ADAL" clId="{1108D365-2873-4256-922B-0EFA7D8D4EF5}" dt="2026-10-22T09:52:11.291" v="226" actId="14100"/>
        <pc:sldMkLst>
          <pc:docMk/>
          <pc:sldMk cId="4043737824" sldId="257"/>
        </pc:sldMkLst>
        <pc:spChg chg="mod">
          <ac:chgData name="Aleksi Oikarinen" userId="af5db606-1135-4a05-86bc-7b82d1f88ace" providerId="ADAL" clId="{1108D365-2873-4256-922B-0EFA7D8D4EF5}" dt="2026-10-22T09:51:57.714" v="221" actId="20577"/>
          <ac:spMkLst>
            <pc:docMk/>
            <pc:sldMk cId="4043737824" sldId="257"/>
            <ac:spMk id="3" creationId="{A8E9CFF2-3777-4FF4-A759-8491175B0B7C}"/>
          </ac:spMkLst>
        </pc:spChg>
        <pc:picChg chg="mod">
          <ac:chgData name="Aleksi Oikarinen" userId="af5db606-1135-4a05-86bc-7b82d1f88ace" providerId="ADAL" clId="{1108D365-2873-4256-922B-0EFA7D8D4EF5}" dt="2026-10-22T09:52:11.291" v="226" actId="14100"/>
          <ac:picMkLst>
            <pc:docMk/>
            <pc:sldMk cId="4043737824" sldId="257"/>
            <ac:picMk id="6" creationId="{9185684A-C1A5-CD11-88AD-9AF27AA8A4D1}"/>
          </ac:picMkLst>
        </pc:picChg>
      </pc:sldChg>
      <pc:sldChg chg="modSp mod">
        <pc:chgData name="Aleksi Oikarinen" userId="af5db606-1135-4a05-86bc-7b82d1f88ace" providerId="ADAL" clId="{1108D365-2873-4256-922B-0EFA7D8D4EF5}" dt="2026-10-22T12:34:40.469" v="823" actId="20577"/>
        <pc:sldMkLst>
          <pc:docMk/>
          <pc:sldMk cId="191714609" sldId="258"/>
        </pc:sldMkLst>
        <pc:spChg chg="mod">
          <ac:chgData name="Aleksi Oikarinen" userId="af5db606-1135-4a05-86bc-7b82d1f88ace" providerId="ADAL" clId="{1108D365-2873-4256-922B-0EFA7D8D4EF5}" dt="2026-10-22T12:34:12.515" v="776" actId="14100"/>
          <ac:spMkLst>
            <pc:docMk/>
            <pc:sldMk cId="191714609" sldId="258"/>
            <ac:spMk id="54" creationId="{3D7D6A75-4872-2B51-0819-2E7CF1D04B14}"/>
          </ac:spMkLst>
        </pc:spChg>
        <pc:spChg chg="mod">
          <ac:chgData name="Aleksi Oikarinen" userId="af5db606-1135-4a05-86bc-7b82d1f88ace" providerId="ADAL" clId="{1108D365-2873-4256-922B-0EFA7D8D4EF5}" dt="2026-10-22T12:34:40.469" v="823" actId="20577"/>
          <ac:spMkLst>
            <pc:docMk/>
            <pc:sldMk cId="191714609" sldId="258"/>
            <ac:spMk id="56" creationId="{5230F626-10D3-9FC3-3CA6-61210572B84D}"/>
          </ac:spMkLst>
        </pc:spChg>
      </pc:sldChg>
      <pc:sldChg chg="modSp mod">
        <pc:chgData name="Aleksi Oikarinen" userId="af5db606-1135-4a05-86bc-7b82d1f88ace" providerId="ADAL" clId="{1108D365-2873-4256-922B-0EFA7D8D4EF5}" dt="2026-10-22T09:53:18.223" v="231" actId="1076"/>
        <pc:sldMkLst>
          <pc:docMk/>
          <pc:sldMk cId="3657940319" sldId="260"/>
        </pc:sldMkLst>
        <pc:spChg chg="mod">
          <ac:chgData name="Aleksi Oikarinen" userId="af5db606-1135-4a05-86bc-7b82d1f88ace" providerId="ADAL" clId="{1108D365-2873-4256-922B-0EFA7D8D4EF5}" dt="2026-10-22T09:49:14.532" v="16" actId="27636"/>
          <ac:spMkLst>
            <pc:docMk/>
            <pc:sldMk cId="3657940319" sldId="260"/>
            <ac:spMk id="2" creationId="{79B9C9D4-5695-D41D-78AE-52D1879B7D16}"/>
          </ac:spMkLst>
        </pc:spChg>
        <pc:spChg chg="mod">
          <ac:chgData name="Aleksi Oikarinen" userId="af5db606-1135-4a05-86bc-7b82d1f88ace" providerId="ADAL" clId="{1108D365-2873-4256-922B-0EFA7D8D4EF5}" dt="2026-10-22T09:49:54.966" v="129" actId="313"/>
          <ac:spMkLst>
            <pc:docMk/>
            <pc:sldMk cId="3657940319" sldId="260"/>
            <ac:spMk id="4" creationId="{1C97322D-0F14-C155-3294-00568A4C25E5}"/>
          </ac:spMkLst>
        </pc:spChg>
        <pc:picChg chg="mod">
          <ac:chgData name="Aleksi Oikarinen" userId="af5db606-1135-4a05-86bc-7b82d1f88ace" providerId="ADAL" clId="{1108D365-2873-4256-922B-0EFA7D8D4EF5}" dt="2026-10-22T09:53:18.223" v="231" actId="1076"/>
          <ac:picMkLst>
            <pc:docMk/>
            <pc:sldMk cId="3657940319" sldId="260"/>
            <ac:picMk id="7" creationId="{936FD8F2-5EFC-E226-CCFA-C8B7390D9D15}"/>
          </ac:picMkLst>
        </pc:picChg>
      </pc:sldChg>
      <pc:sldChg chg="modSp mod">
        <pc:chgData name="Aleksi Oikarinen" userId="af5db606-1135-4a05-86bc-7b82d1f88ace" providerId="ADAL" clId="{1108D365-2873-4256-922B-0EFA7D8D4EF5}" dt="2026-10-22T09:51:18.757" v="219" actId="20577"/>
        <pc:sldMkLst>
          <pc:docMk/>
          <pc:sldMk cId="2210509083" sldId="261"/>
        </pc:sldMkLst>
        <pc:spChg chg="mod">
          <ac:chgData name="Aleksi Oikarinen" userId="af5db606-1135-4a05-86bc-7b82d1f88ace" providerId="ADAL" clId="{1108D365-2873-4256-922B-0EFA7D8D4EF5}" dt="2026-10-22T09:50:04.136" v="151" actId="20577"/>
          <ac:spMkLst>
            <pc:docMk/>
            <pc:sldMk cId="2210509083" sldId="261"/>
            <ac:spMk id="2" creationId="{7818E1C1-180A-D0FD-3E18-6EC75CE17823}"/>
          </ac:spMkLst>
        </pc:spChg>
        <pc:spChg chg="mod">
          <ac:chgData name="Aleksi Oikarinen" userId="af5db606-1135-4a05-86bc-7b82d1f88ace" providerId="ADAL" clId="{1108D365-2873-4256-922B-0EFA7D8D4EF5}" dt="2026-10-22T09:51:18.757" v="219" actId="20577"/>
          <ac:spMkLst>
            <pc:docMk/>
            <pc:sldMk cId="2210509083" sldId="261"/>
            <ac:spMk id="4" creationId="{906678B7-0804-CA73-8210-A148F089A1BF}"/>
          </ac:spMkLst>
        </pc:spChg>
      </pc:sldChg>
      <pc:sldChg chg="modSp mod">
        <pc:chgData name="Aleksi Oikarinen" userId="af5db606-1135-4a05-86bc-7b82d1f88ace" providerId="ADAL" clId="{1108D365-2873-4256-922B-0EFA7D8D4EF5}" dt="2026-10-22T12:23:29.109" v="298" actId="20577"/>
        <pc:sldMkLst>
          <pc:docMk/>
          <pc:sldMk cId="1963888981" sldId="262"/>
        </pc:sldMkLst>
        <pc:spChg chg="mod">
          <ac:chgData name="Aleksi Oikarinen" userId="af5db606-1135-4a05-86bc-7b82d1f88ace" providerId="ADAL" clId="{1108D365-2873-4256-922B-0EFA7D8D4EF5}" dt="2026-10-22T12:23:07.211" v="252" actId="20577"/>
          <ac:spMkLst>
            <pc:docMk/>
            <pc:sldMk cId="1963888981" sldId="262"/>
            <ac:spMk id="2" creationId="{8C5BF795-9888-6D9E-B283-6AF4C1BF1FD3}"/>
          </ac:spMkLst>
        </pc:spChg>
        <pc:spChg chg="mod">
          <ac:chgData name="Aleksi Oikarinen" userId="af5db606-1135-4a05-86bc-7b82d1f88ace" providerId="ADAL" clId="{1108D365-2873-4256-922B-0EFA7D8D4EF5}" dt="2026-10-22T12:23:29.109" v="298" actId="20577"/>
          <ac:spMkLst>
            <pc:docMk/>
            <pc:sldMk cId="1963888981" sldId="262"/>
            <ac:spMk id="4" creationId="{F91AB2ED-32A7-0178-253C-5DC857500BFC}"/>
          </ac:spMkLst>
        </pc:spChg>
      </pc:sldChg>
      <pc:sldChg chg="addSp delSp modSp mod">
        <pc:chgData name="Aleksi Oikarinen" userId="af5db606-1135-4a05-86bc-7b82d1f88ace" providerId="ADAL" clId="{1108D365-2873-4256-922B-0EFA7D8D4EF5}" dt="2026-10-22T12:30:45.138" v="377" actId="20577"/>
        <pc:sldMkLst>
          <pc:docMk/>
          <pc:sldMk cId="2650944561" sldId="263"/>
        </pc:sldMkLst>
        <pc:spChg chg="mod">
          <ac:chgData name="Aleksi Oikarinen" userId="af5db606-1135-4a05-86bc-7b82d1f88ace" providerId="ADAL" clId="{1108D365-2873-4256-922B-0EFA7D8D4EF5}" dt="2026-10-22T12:30:09.637" v="319" actId="27636"/>
          <ac:spMkLst>
            <pc:docMk/>
            <pc:sldMk cId="2650944561" sldId="263"/>
            <ac:spMk id="2" creationId="{991DF99F-B567-3306-F767-5EDF9CEF84DC}"/>
          </ac:spMkLst>
        </pc:spChg>
        <pc:spChg chg="mod">
          <ac:chgData name="Aleksi Oikarinen" userId="af5db606-1135-4a05-86bc-7b82d1f88ace" providerId="ADAL" clId="{1108D365-2873-4256-922B-0EFA7D8D4EF5}" dt="2026-10-22T12:30:45.138" v="377" actId="20577"/>
          <ac:spMkLst>
            <pc:docMk/>
            <pc:sldMk cId="2650944561" sldId="263"/>
            <ac:spMk id="4" creationId="{4A1B7AEB-DB89-C859-DF78-6E16221EBAB9}"/>
          </ac:spMkLst>
        </pc:spChg>
        <pc:spChg chg="add del mod">
          <ac:chgData name="Aleksi Oikarinen" userId="af5db606-1135-4a05-86bc-7b82d1f88ace" providerId="ADAL" clId="{1108D365-2873-4256-922B-0EFA7D8D4EF5}" dt="2026-10-22T12:29:57.152" v="301"/>
          <ac:spMkLst>
            <pc:docMk/>
            <pc:sldMk cId="2650944561" sldId="263"/>
            <ac:spMk id="9" creationId="{99B4B07A-8C0C-B428-DF23-4428D0E6275C}"/>
          </ac:spMkLst>
        </pc:spChg>
        <pc:picChg chg="del">
          <ac:chgData name="Aleksi Oikarinen" userId="af5db606-1135-4a05-86bc-7b82d1f88ace" providerId="ADAL" clId="{1108D365-2873-4256-922B-0EFA7D8D4EF5}" dt="2026-10-22T12:29:49.055" v="299" actId="478"/>
          <ac:picMkLst>
            <pc:docMk/>
            <pc:sldMk cId="2650944561" sldId="263"/>
            <ac:picMk id="7" creationId="{E01FD282-D5F6-7A71-6808-ECF0D83867DC}"/>
          </ac:picMkLst>
        </pc:picChg>
        <pc:picChg chg="add mod ord">
          <ac:chgData name="Aleksi Oikarinen" userId="af5db606-1135-4a05-86bc-7b82d1f88ace" providerId="ADAL" clId="{1108D365-2873-4256-922B-0EFA7D8D4EF5}" dt="2026-10-22T12:29:57.152" v="301"/>
          <ac:picMkLst>
            <pc:docMk/>
            <pc:sldMk cId="2650944561" sldId="263"/>
            <ac:picMk id="11" creationId="{BE53FE25-38AA-8D44-0A5C-1B5183C2B6DC}"/>
          </ac:picMkLst>
        </pc:picChg>
      </pc:sldChg>
      <pc:sldChg chg="modSp mod">
        <pc:chgData name="Aleksi Oikarinen" userId="af5db606-1135-4a05-86bc-7b82d1f88ace" providerId="ADAL" clId="{1108D365-2873-4256-922B-0EFA7D8D4EF5}" dt="2026-10-22T12:31:32.020" v="476" actId="20577"/>
        <pc:sldMkLst>
          <pc:docMk/>
          <pc:sldMk cId="3715587410" sldId="264"/>
        </pc:sldMkLst>
        <pc:spChg chg="mod">
          <ac:chgData name="Aleksi Oikarinen" userId="af5db606-1135-4a05-86bc-7b82d1f88ace" providerId="ADAL" clId="{1108D365-2873-4256-922B-0EFA7D8D4EF5}" dt="2026-10-22T12:31:04.459" v="398" actId="20577"/>
          <ac:spMkLst>
            <pc:docMk/>
            <pc:sldMk cId="3715587410" sldId="264"/>
            <ac:spMk id="2" creationId="{7F5B90E8-9B4F-0CDB-C64D-1F65FF01F616}"/>
          </ac:spMkLst>
        </pc:spChg>
        <pc:spChg chg="mod">
          <ac:chgData name="Aleksi Oikarinen" userId="af5db606-1135-4a05-86bc-7b82d1f88ace" providerId="ADAL" clId="{1108D365-2873-4256-922B-0EFA7D8D4EF5}" dt="2026-10-22T12:31:32.020" v="476" actId="20577"/>
          <ac:spMkLst>
            <pc:docMk/>
            <pc:sldMk cId="3715587410" sldId="264"/>
            <ac:spMk id="4" creationId="{CF61A84A-0F9E-68BE-224D-616F44A52BB1}"/>
          </ac:spMkLst>
        </pc:spChg>
      </pc:sldChg>
      <pc:sldChg chg="modSp mod">
        <pc:chgData name="Aleksi Oikarinen" userId="af5db606-1135-4a05-86bc-7b82d1f88ace" providerId="ADAL" clId="{1108D365-2873-4256-922B-0EFA7D8D4EF5}" dt="2026-10-22T12:32:22.507" v="554" actId="20577"/>
        <pc:sldMkLst>
          <pc:docMk/>
          <pc:sldMk cId="647247450" sldId="265"/>
        </pc:sldMkLst>
        <pc:spChg chg="mod">
          <ac:chgData name="Aleksi Oikarinen" userId="af5db606-1135-4a05-86bc-7b82d1f88ace" providerId="ADAL" clId="{1108D365-2873-4256-922B-0EFA7D8D4EF5}" dt="2026-10-22T12:31:47.126" v="506" actId="20577"/>
          <ac:spMkLst>
            <pc:docMk/>
            <pc:sldMk cId="647247450" sldId="265"/>
            <ac:spMk id="2" creationId="{AF982AC4-BFE6-0B24-F3B1-F0A27EC1BA72}"/>
          </ac:spMkLst>
        </pc:spChg>
        <pc:spChg chg="mod">
          <ac:chgData name="Aleksi Oikarinen" userId="af5db606-1135-4a05-86bc-7b82d1f88ace" providerId="ADAL" clId="{1108D365-2873-4256-922B-0EFA7D8D4EF5}" dt="2026-10-22T12:32:22.507" v="554" actId="20577"/>
          <ac:spMkLst>
            <pc:docMk/>
            <pc:sldMk cId="647247450" sldId="265"/>
            <ac:spMk id="4" creationId="{C688A4B6-B390-37EC-37E4-90C26E487C35}"/>
          </ac:spMkLst>
        </pc:spChg>
      </pc:sldChg>
      <pc:sldChg chg="modSp mod">
        <pc:chgData name="Aleksi Oikarinen" userId="af5db606-1135-4a05-86bc-7b82d1f88ace" providerId="ADAL" clId="{1108D365-2873-4256-922B-0EFA7D8D4EF5}" dt="2026-10-22T12:33:08.170" v="636" actId="20577"/>
        <pc:sldMkLst>
          <pc:docMk/>
          <pc:sldMk cId="2030224659" sldId="266"/>
        </pc:sldMkLst>
        <pc:spChg chg="mod">
          <ac:chgData name="Aleksi Oikarinen" userId="af5db606-1135-4a05-86bc-7b82d1f88ace" providerId="ADAL" clId="{1108D365-2873-4256-922B-0EFA7D8D4EF5}" dt="2026-10-22T12:32:32.966" v="573" actId="27636"/>
          <ac:spMkLst>
            <pc:docMk/>
            <pc:sldMk cId="2030224659" sldId="266"/>
            <ac:spMk id="2" creationId="{B5FF5575-A665-ADBA-8A5D-5C90498CED10}"/>
          </ac:spMkLst>
        </pc:spChg>
        <pc:spChg chg="mod">
          <ac:chgData name="Aleksi Oikarinen" userId="af5db606-1135-4a05-86bc-7b82d1f88ace" providerId="ADAL" clId="{1108D365-2873-4256-922B-0EFA7D8D4EF5}" dt="2026-10-22T12:33:08.170" v="636" actId="20577"/>
          <ac:spMkLst>
            <pc:docMk/>
            <pc:sldMk cId="2030224659" sldId="266"/>
            <ac:spMk id="4" creationId="{C2C61BCF-976A-EB08-9B3F-8F4D71997894}"/>
          </ac:spMkLst>
        </pc:spChg>
      </pc:sldChg>
      <pc:sldChg chg="modSp mod">
        <pc:chgData name="Aleksi Oikarinen" userId="af5db606-1135-4a05-86bc-7b82d1f88ace" providerId="ADAL" clId="{1108D365-2873-4256-922B-0EFA7D8D4EF5}" dt="2026-10-22T12:34:02.837" v="765" actId="20577"/>
        <pc:sldMkLst>
          <pc:docMk/>
          <pc:sldMk cId="339181989" sldId="267"/>
        </pc:sldMkLst>
        <pc:spChg chg="mod">
          <ac:chgData name="Aleksi Oikarinen" userId="af5db606-1135-4a05-86bc-7b82d1f88ace" providerId="ADAL" clId="{1108D365-2873-4256-922B-0EFA7D8D4EF5}" dt="2026-10-22T12:33:17.069" v="645" actId="14100"/>
          <ac:spMkLst>
            <pc:docMk/>
            <pc:sldMk cId="339181989" sldId="267"/>
            <ac:spMk id="2" creationId="{60FDC604-9A97-3E99-1E96-981B993ED23F}"/>
          </ac:spMkLst>
        </pc:spChg>
        <pc:spChg chg="mod">
          <ac:chgData name="Aleksi Oikarinen" userId="af5db606-1135-4a05-86bc-7b82d1f88ace" providerId="ADAL" clId="{1108D365-2873-4256-922B-0EFA7D8D4EF5}" dt="2026-10-22T12:34:02.837" v="765" actId="20577"/>
          <ac:spMkLst>
            <pc:docMk/>
            <pc:sldMk cId="339181989" sldId="267"/>
            <ac:spMk id="4" creationId="{3E379E4B-9A05-EFC6-FC9D-8184705ED18E}"/>
          </ac:spMkLst>
        </pc:spChg>
      </pc:sldChg>
      <pc:sldChg chg="modSp mod">
        <pc:chgData name="Aleksi Oikarinen" userId="af5db606-1135-4a05-86bc-7b82d1f88ace" providerId="ADAL" clId="{1108D365-2873-4256-922B-0EFA7D8D4EF5}" dt="2026-10-22T12:35:13.101" v="873" actId="20577"/>
        <pc:sldMkLst>
          <pc:docMk/>
          <pc:sldMk cId="3831753766" sldId="268"/>
        </pc:sldMkLst>
        <pc:spChg chg="mod">
          <ac:chgData name="Aleksi Oikarinen" userId="af5db606-1135-4a05-86bc-7b82d1f88ace" providerId="ADAL" clId="{1108D365-2873-4256-922B-0EFA7D8D4EF5}" dt="2026-10-22T12:34:52.247" v="840" actId="27636"/>
          <ac:spMkLst>
            <pc:docMk/>
            <pc:sldMk cId="3831753766" sldId="268"/>
            <ac:spMk id="2" creationId="{229A28E3-890F-FF39-A1C4-2FAA4603EE73}"/>
          </ac:spMkLst>
        </pc:spChg>
        <pc:spChg chg="mod">
          <ac:chgData name="Aleksi Oikarinen" userId="af5db606-1135-4a05-86bc-7b82d1f88ace" providerId="ADAL" clId="{1108D365-2873-4256-922B-0EFA7D8D4EF5}" dt="2026-10-22T12:35:13.101" v="873" actId="20577"/>
          <ac:spMkLst>
            <pc:docMk/>
            <pc:sldMk cId="3831753766" sldId="268"/>
            <ac:spMk id="4" creationId="{0547E19F-DB1D-C1BF-FD2A-917EE31816BE}"/>
          </ac:spMkLst>
        </pc:spChg>
      </pc:sldChg>
      <pc:sldChg chg="modSp mod">
        <pc:chgData name="Aleksi Oikarinen" userId="af5db606-1135-4a05-86bc-7b82d1f88ace" providerId="ADAL" clId="{1108D365-2873-4256-922B-0EFA7D8D4EF5}" dt="2026-10-22T12:36:06.219" v="944" actId="20577"/>
        <pc:sldMkLst>
          <pc:docMk/>
          <pc:sldMk cId="2358133330" sldId="269"/>
        </pc:sldMkLst>
        <pc:spChg chg="mod">
          <ac:chgData name="Aleksi Oikarinen" userId="af5db606-1135-4a05-86bc-7b82d1f88ace" providerId="ADAL" clId="{1108D365-2873-4256-922B-0EFA7D8D4EF5}" dt="2026-10-22T12:35:23.620" v="887" actId="14100"/>
          <ac:spMkLst>
            <pc:docMk/>
            <pc:sldMk cId="2358133330" sldId="269"/>
            <ac:spMk id="2" creationId="{30D0FE9C-4D86-4246-EB09-4AE92A78F12D}"/>
          </ac:spMkLst>
        </pc:spChg>
        <pc:spChg chg="mod">
          <ac:chgData name="Aleksi Oikarinen" userId="af5db606-1135-4a05-86bc-7b82d1f88ace" providerId="ADAL" clId="{1108D365-2873-4256-922B-0EFA7D8D4EF5}" dt="2026-10-22T12:36:06.219" v="944" actId="20577"/>
          <ac:spMkLst>
            <pc:docMk/>
            <pc:sldMk cId="2358133330" sldId="269"/>
            <ac:spMk id="4" creationId="{354F5DF9-5A87-7D93-0878-5412D6B1BF15}"/>
          </ac:spMkLst>
        </pc:spChg>
      </pc:sldChg>
      <pc:sldChg chg="modSp mod">
        <pc:chgData name="Aleksi Oikarinen" userId="af5db606-1135-4a05-86bc-7b82d1f88ace" providerId="ADAL" clId="{1108D365-2873-4256-922B-0EFA7D8D4EF5}" dt="2026-10-22T12:37:25.538" v="1052" actId="20577"/>
        <pc:sldMkLst>
          <pc:docMk/>
          <pc:sldMk cId="595916329" sldId="270"/>
        </pc:sldMkLst>
        <pc:spChg chg="mod">
          <ac:chgData name="Aleksi Oikarinen" userId="af5db606-1135-4a05-86bc-7b82d1f88ace" providerId="ADAL" clId="{1108D365-2873-4256-922B-0EFA7D8D4EF5}" dt="2026-10-22T12:37:14.338" v="1024" actId="14100"/>
          <ac:spMkLst>
            <pc:docMk/>
            <pc:sldMk cId="595916329" sldId="270"/>
            <ac:spMk id="2" creationId="{61D8854F-CD51-B2D8-5FFF-AD72EB9BDAE3}"/>
          </ac:spMkLst>
        </pc:spChg>
        <pc:spChg chg="mod">
          <ac:chgData name="Aleksi Oikarinen" userId="af5db606-1135-4a05-86bc-7b82d1f88ace" providerId="ADAL" clId="{1108D365-2873-4256-922B-0EFA7D8D4EF5}" dt="2026-10-22T12:37:25.538" v="1052" actId="20577"/>
          <ac:spMkLst>
            <pc:docMk/>
            <pc:sldMk cId="595916329" sldId="270"/>
            <ac:spMk id="4" creationId="{F7658E23-35AB-A1A4-DD0D-DB76D7EA7B8D}"/>
          </ac:spMkLst>
        </pc:spChg>
      </pc:sldChg>
      <pc:sldChg chg="modSp mod">
        <pc:chgData name="Aleksi Oikarinen" userId="af5db606-1135-4a05-86bc-7b82d1f88ace" providerId="ADAL" clId="{1108D365-2873-4256-922B-0EFA7D8D4EF5}" dt="2026-10-22T12:38:30.320" v="1182" actId="20577"/>
        <pc:sldMkLst>
          <pc:docMk/>
          <pc:sldMk cId="4140526232" sldId="271"/>
        </pc:sldMkLst>
        <pc:spChg chg="mod">
          <ac:chgData name="Aleksi Oikarinen" userId="af5db606-1135-4a05-86bc-7b82d1f88ace" providerId="ADAL" clId="{1108D365-2873-4256-922B-0EFA7D8D4EF5}" dt="2026-10-22T12:38:06.041" v="1124" actId="27636"/>
          <ac:spMkLst>
            <pc:docMk/>
            <pc:sldMk cId="4140526232" sldId="271"/>
            <ac:spMk id="2" creationId="{9519B520-B728-BAC3-5EDC-EFA0ABF10032}"/>
          </ac:spMkLst>
        </pc:spChg>
        <pc:spChg chg="mod">
          <ac:chgData name="Aleksi Oikarinen" userId="af5db606-1135-4a05-86bc-7b82d1f88ace" providerId="ADAL" clId="{1108D365-2873-4256-922B-0EFA7D8D4EF5}" dt="2026-10-22T12:38:30.320" v="1182" actId="20577"/>
          <ac:spMkLst>
            <pc:docMk/>
            <pc:sldMk cId="4140526232" sldId="271"/>
            <ac:spMk id="4" creationId="{12A977B6-9B87-732B-6F42-B333E67215B1}"/>
          </ac:spMkLst>
        </pc:spChg>
      </pc:sldChg>
      <pc:sldChg chg="modSp mod">
        <pc:chgData name="Aleksi Oikarinen" userId="af5db606-1135-4a05-86bc-7b82d1f88ace" providerId="ADAL" clId="{1108D365-2873-4256-922B-0EFA7D8D4EF5}" dt="2026-10-22T12:37:03.835" v="1005" actId="20577"/>
        <pc:sldMkLst>
          <pc:docMk/>
          <pc:sldMk cId="357911747" sldId="272"/>
        </pc:sldMkLst>
        <pc:spChg chg="mod">
          <ac:chgData name="Aleksi Oikarinen" userId="af5db606-1135-4a05-86bc-7b82d1f88ace" providerId="ADAL" clId="{1108D365-2873-4256-922B-0EFA7D8D4EF5}" dt="2026-10-22T12:36:14.135" v="955" actId="14100"/>
          <ac:spMkLst>
            <pc:docMk/>
            <pc:sldMk cId="357911747" sldId="272"/>
            <ac:spMk id="2" creationId="{1D0F7607-ECE0-E0F4-7891-D400D59343E6}"/>
          </ac:spMkLst>
        </pc:spChg>
        <pc:spChg chg="mod">
          <ac:chgData name="Aleksi Oikarinen" userId="af5db606-1135-4a05-86bc-7b82d1f88ace" providerId="ADAL" clId="{1108D365-2873-4256-922B-0EFA7D8D4EF5}" dt="2026-10-22T12:37:03.835" v="1005" actId="20577"/>
          <ac:spMkLst>
            <pc:docMk/>
            <pc:sldMk cId="357911747" sldId="272"/>
            <ac:spMk id="4" creationId="{3C524214-E020-D4D3-416D-04F31FD76A4D}"/>
          </ac:spMkLst>
        </pc:spChg>
      </pc:sldChg>
      <pc:sldChg chg="modSp mod">
        <pc:chgData name="Aleksi Oikarinen" userId="af5db606-1135-4a05-86bc-7b82d1f88ace" providerId="ADAL" clId="{1108D365-2873-4256-922B-0EFA7D8D4EF5}" dt="2026-10-22T12:37:56.168" v="1103" actId="20577"/>
        <pc:sldMkLst>
          <pc:docMk/>
          <pc:sldMk cId="2723686541" sldId="273"/>
        </pc:sldMkLst>
        <pc:spChg chg="mod">
          <ac:chgData name="Aleksi Oikarinen" userId="af5db606-1135-4a05-86bc-7b82d1f88ace" providerId="ADAL" clId="{1108D365-2873-4256-922B-0EFA7D8D4EF5}" dt="2026-10-22T12:37:36.243" v="1063" actId="14100"/>
          <ac:spMkLst>
            <pc:docMk/>
            <pc:sldMk cId="2723686541" sldId="273"/>
            <ac:spMk id="2" creationId="{CE32BF92-A7C0-78C2-4F9E-50265EAE36E7}"/>
          </ac:spMkLst>
        </pc:spChg>
        <pc:spChg chg="mod">
          <ac:chgData name="Aleksi Oikarinen" userId="af5db606-1135-4a05-86bc-7b82d1f88ace" providerId="ADAL" clId="{1108D365-2873-4256-922B-0EFA7D8D4EF5}" dt="2026-10-22T12:37:56.168" v="1103" actId="20577"/>
          <ac:spMkLst>
            <pc:docMk/>
            <pc:sldMk cId="2723686541" sldId="273"/>
            <ac:spMk id="4" creationId="{5586E58C-68D9-80EC-9CB6-11F5560C4B63}"/>
          </ac:spMkLst>
        </pc:spChg>
      </pc:sldChg>
    </pc:docChg>
  </pc:docChgLst>
  <pc:docChgLst>
    <pc:chgData name="Subash Chhetri" userId="S::subash23000@student.hamk.fi::d891a431-d1ce-4848-a54e-5e97b3bf2012" providerId="AD" clId="Web-{00000000-0000-0000-0000-000000000000}"/>
    <pc:docChg chg="delSld modSld sldOrd">
      <pc:chgData name="Subash Chhetri" userId="S::subash23000@student.hamk.fi::d891a431-d1ce-4848-a54e-5e97b3bf2012" providerId="AD" clId="Web-{00000000-0000-0000-0000-000000000000}" dt="2026-10-23T07:58:36.713" v="9"/>
      <pc:docMkLst>
        <pc:docMk/>
      </pc:docMkLst>
      <pc:sldChg chg="modSp">
        <pc:chgData name="Subash Chhetri" userId="S::subash23000@student.hamk.fi::d891a431-d1ce-4848-a54e-5e97b3bf2012" providerId="AD" clId="Web-{00000000-0000-0000-0000-000000000000}" dt="2026-10-23T07:53:11.880" v="7" actId="1076"/>
        <pc:sldMkLst>
          <pc:docMk/>
          <pc:sldMk cId="3657940319" sldId="260"/>
        </pc:sldMkLst>
        <pc:picChg chg="mod">
          <ac:chgData name="Subash Chhetri" userId="S::subash23000@student.hamk.fi::d891a431-d1ce-4848-a54e-5e97b3bf2012" providerId="AD" clId="Web-{00000000-0000-0000-0000-000000000000}" dt="2026-10-23T07:53:11.880" v="7" actId="1076"/>
          <ac:picMkLst>
            <pc:docMk/>
            <pc:sldMk cId="3657940319" sldId="260"/>
            <ac:picMk id="7" creationId="{936FD8F2-5EFC-E226-CCFA-C8B7390D9D15}"/>
          </ac:picMkLst>
        </pc:picChg>
      </pc:sldChg>
      <pc:sldChg chg="modSp">
        <pc:chgData name="Subash Chhetri" userId="S::subash23000@student.hamk.fi::d891a431-d1ce-4848-a54e-5e97b3bf2012" providerId="AD" clId="Web-{00000000-0000-0000-0000-000000000000}" dt="2026-10-23T07:54:28.131" v="8" actId="14100"/>
        <pc:sldMkLst>
          <pc:docMk/>
          <pc:sldMk cId="647247450" sldId="265"/>
        </pc:sldMkLst>
        <pc:picChg chg="mod">
          <ac:chgData name="Subash Chhetri" userId="S::subash23000@student.hamk.fi::d891a431-d1ce-4848-a54e-5e97b3bf2012" providerId="AD" clId="Web-{00000000-0000-0000-0000-000000000000}" dt="2026-10-23T07:54:28.131" v="8" actId="14100"/>
          <ac:picMkLst>
            <pc:docMk/>
            <pc:sldMk cId="647247450" sldId="265"/>
            <ac:picMk id="7" creationId="{646F4599-239C-C86C-F1FF-09E866C94540}"/>
          </ac:picMkLst>
        </pc:picChg>
      </pc:sldChg>
      <pc:sldChg chg="ord">
        <pc:chgData name="Subash Chhetri" userId="S::subash23000@student.hamk.fi::d891a431-d1ce-4848-a54e-5e97b3bf2012" providerId="AD" clId="Web-{00000000-0000-0000-0000-000000000000}" dt="2026-10-23T07:47:54.156" v="3"/>
        <pc:sldMkLst>
          <pc:docMk/>
          <pc:sldMk cId="2030224659" sldId="266"/>
        </pc:sldMkLst>
      </pc:sldChg>
      <pc:sldChg chg="ord">
        <pc:chgData name="Subash Chhetri" userId="S::subash23000@student.hamk.fi::d891a431-d1ce-4848-a54e-5e97b3bf2012" providerId="AD" clId="Web-{00000000-0000-0000-0000-000000000000}" dt="2026-10-23T07:45:55.967" v="1"/>
        <pc:sldMkLst>
          <pc:docMk/>
          <pc:sldMk cId="3831753766" sldId="268"/>
        </pc:sldMkLst>
      </pc:sldChg>
      <pc:sldChg chg="ord">
        <pc:chgData name="Subash Chhetri" userId="S::subash23000@student.hamk.fi::d891a431-d1ce-4848-a54e-5e97b3bf2012" providerId="AD" clId="Web-{00000000-0000-0000-0000-000000000000}" dt="2026-10-23T07:46:34.811" v="2"/>
        <pc:sldMkLst>
          <pc:docMk/>
          <pc:sldMk cId="2358133330" sldId="269"/>
        </pc:sldMkLst>
      </pc:sldChg>
      <pc:sldChg chg="ord">
        <pc:chgData name="Subash Chhetri" userId="S::subash23000@student.hamk.fi::d891a431-d1ce-4848-a54e-5e97b3bf2012" providerId="AD" clId="Web-{00000000-0000-0000-0000-000000000000}" dt="2026-10-23T07:45:01.200" v="0"/>
        <pc:sldMkLst>
          <pc:docMk/>
          <pc:sldMk cId="595916329" sldId="270"/>
        </pc:sldMkLst>
      </pc:sldChg>
      <pc:sldChg chg="ord">
        <pc:chgData name="Subash Chhetri" userId="S::subash23000@student.hamk.fi::d891a431-d1ce-4848-a54e-5e97b3bf2012" providerId="AD" clId="Web-{00000000-0000-0000-0000-000000000000}" dt="2026-10-23T07:58:36.713" v="9"/>
        <pc:sldMkLst>
          <pc:docMk/>
          <pc:sldMk cId="4140526232" sldId="271"/>
        </pc:sldMkLst>
      </pc:sldChg>
      <pc:sldChg chg="del">
        <pc:chgData name="Subash Chhetri" userId="S::subash23000@student.hamk.fi::d891a431-d1ce-4848-a54e-5e97b3bf2012" providerId="AD" clId="Web-{00000000-0000-0000-0000-000000000000}" dt="2026-10-23T07:48:58.641" v="4"/>
        <pc:sldMkLst>
          <pc:docMk/>
          <pc:sldMk cId="2723686541" sldId="273"/>
        </pc:sldMkLst>
      </pc:sldChg>
    </pc:docChg>
  </pc:docChgLst>
  <pc:docChgLst>
    <pc:chgData name="Matias Malmberg" userId="S::amk1004301@student.hamk.fi::545ba281-d25f-4674-beb9-ba183d0abe10" providerId="AD" clId="Web-{D1C53C52-1542-300A-BD40-2F698AA066ED}"/>
    <pc:docChg chg="addSld modSld sldOrd">
      <pc:chgData name="Matias Malmberg" userId="S::amk1004301@student.hamk.fi::545ba281-d25f-4674-beb9-ba183d0abe10" providerId="AD" clId="Web-{D1C53C52-1542-300A-BD40-2F698AA066ED}" dt="2026-10-23T06:08:37.370" v="13"/>
      <pc:docMkLst>
        <pc:docMk/>
      </pc:docMkLst>
      <pc:sldChg chg="modSp">
        <pc:chgData name="Matias Malmberg" userId="S::amk1004301@student.hamk.fi::545ba281-d25f-4674-beb9-ba183d0abe10" providerId="AD" clId="Web-{D1C53C52-1542-300A-BD40-2F698AA066ED}" dt="2026-10-23T06:03:53.552" v="9" actId="20577"/>
        <pc:sldMkLst>
          <pc:docMk/>
          <pc:sldMk cId="1963888981" sldId="262"/>
        </pc:sldMkLst>
        <pc:spChg chg="mod">
          <ac:chgData name="Matias Malmberg" userId="S::amk1004301@student.hamk.fi::545ba281-d25f-4674-beb9-ba183d0abe10" providerId="AD" clId="Web-{D1C53C52-1542-300A-BD40-2F698AA066ED}" dt="2026-10-23T06:03:53.552" v="9" actId="20577"/>
          <ac:spMkLst>
            <pc:docMk/>
            <pc:sldMk cId="1963888981" sldId="262"/>
            <ac:spMk id="4" creationId="{F91AB2ED-32A7-0178-253C-5DC857500BFC}"/>
          </ac:spMkLst>
        </pc:spChg>
        <pc:picChg chg="mod">
          <ac:chgData name="Matias Malmberg" userId="S::amk1004301@student.hamk.fi::545ba281-d25f-4674-beb9-ba183d0abe10" providerId="AD" clId="Web-{D1C53C52-1542-300A-BD40-2F698AA066ED}" dt="2026-10-23T06:03:24.567" v="3" actId="1076"/>
          <ac:picMkLst>
            <pc:docMk/>
            <pc:sldMk cId="1963888981" sldId="262"/>
            <ac:picMk id="7" creationId="{7BA21E66-E846-AA1D-9985-3AD1B286A8BD}"/>
          </ac:picMkLst>
        </pc:picChg>
      </pc:sldChg>
      <pc:sldChg chg="addSp delSp modSp new ord">
        <pc:chgData name="Matias Malmberg" userId="S::amk1004301@student.hamk.fi::545ba281-d25f-4674-beb9-ba183d0abe10" providerId="AD" clId="Web-{D1C53C52-1542-300A-BD40-2F698AA066ED}" dt="2026-10-23T06:08:37.370" v="13"/>
        <pc:sldMkLst>
          <pc:docMk/>
          <pc:sldMk cId="394891342" sldId="274"/>
        </pc:sldMkLst>
        <pc:spChg chg="del">
          <ac:chgData name="Matias Malmberg" userId="S::amk1004301@student.hamk.fi::545ba281-d25f-4674-beb9-ba183d0abe10" providerId="AD" clId="Web-{D1C53C52-1542-300A-BD40-2F698AA066ED}" dt="2026-10-23T06:08:16.932" v="11"/>
          <ac:spMkLst>
            <pc:docMk/>
            <pc:sldMk cId="394891342" sldId="274"/>
            <ac:spMk id="3" creationId="{60722359-6680-5ED8-D1A5-06E7E784917E}"/>
          </ac:spMkLst>
        </pc:spChg>
        <pc:spChg chg="add mod">
          <ac:chgData name="Matias Malmberg" userId="S::amk1004301@student.hamk.fi::545ba281-d25f-4674-beb9-ba183d0abe10" providerId="AD" clId="Web-{D1C53C52-1542-300A-BD40-2F698AA066ED}" dt="2026-10-23T06:08:37.370" v="13"/>
          <ac:spMkLst>
            <pc:docMk/>
            <pc:sldMk cId="394891342" sldId="274"/>
            <ac:spMk id="8" creationId="{A2B1CA15-4E1A-6DD2-C774-A7FEBB62EAF1}"/>
          </ac:spMkLst>
        </pc:spChg>
        <pc:picChg chg="add del mod ord">
          <ac:chgData name="Matias Malmberg" userId="S::amk1004301@student.hamk.fi::545ba281-d25f-4674-beb9-ba183d0abe10" providerId="AD" clId="Web-{D1C53C52-1542-300A-BD40-2F698AA066ED}" dt="2026-10-23T06:08:37.370" v="13"/>
          <ac:picMkLst>
            <pc:docMk/>
            <pc:sldMk cId="394891342" sldId="274"/>
            <ac:picMk id="6" creationId="{CC3A540A-3467-1A4F-5842-40D9D9AE1634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8EDEBEE2-912F-480E-9C05-4E31D92225DD}" type="datetime1">
              <a:rPr lang="fi-FI" smtClean="0"/>
              <a:t>23.10.2026</a:t>
            </a:fld>
            <a:endParaRPr lang="en-US"/>
          </a:p>
        </p:txBody>
      </p:sp>
      <p:sp>
        <p:nvSpPr>
          <p:cNvPr id="4" name="Alatunnisteen paikkamerkki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Dian numeron paikkamerkki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Ylätunnisteen paikkamerkki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Päivämäärän paikkamerkki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1921C386-28B7-45C1-B2F1-573A3A26E1C5}" type="datetime1">
              <a:rPr lang="fi-FI" smtClean="0"/>
              <a:t>23.10.2026</a:t>
            </a:fld>
            <a:endParaRPr lang="en-US"/>
          </a:p>
        </p:txBody>
      </p:sp>
      <p:sp>
        <p:nvSpPr>
          <p:cNvPr id="4" name="Dian kuvan paikkamerkki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Huomautusten paikkamerkki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fi"/>
              <a:t>Muokkaa tekstin perustyylejä napsauttamalla</a:t>
            </a:r>
            <a:endParaRPr lang="en-US"/>
          </a:p>
          <a:p>
            <a:pPr lvl="1" rtl="0"/>
            <a:r>
              <a:rPr lang="fi"/>
              <a:t>Toinen taso</a:t>
            </a:r>
          </a:p>
          <a:p>
            <a:pPr lvl="2" rtl="0"/>
            <a:r>
              <a:rPr lang="fi"/>
              <a:t>Kolmas taso</a:t>
            </a:r>
          </a:p>
          <a:p>
            <a:pPr lvl="3" rtl="0"/>
            <a:r>
              <a:rPr lang="fi"/>
              <a:t>Neljäs taso</a:t>
            </a:r>
          </a:p>
          <a:p>
            <a:pPr lvl="4" rtl="0"/>
            <a:r>
              <a:rPr lang="fi"/>
              <a:t>Viides taso</a:t>
            </a:r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i-FI"/>
          </a:p>
        </p:txBody>
      </p:sp>
      <p:sp>
        <p:nvSpPr>
          <p:cNvPr id="4" name="Date 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1921C386-28B7-45C1-B2F1-573A3A26E1C5}" type="datetime1">
              <a:rPr lang="fi-FI" smtClean="0"/>
              <a:t>23.10.2026</a:t>
            </a:fld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11596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Otsikko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" name="Otsikko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Alaotsikko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/>
              <a:t>Click to edit Master subtitle style</a:t>
            </a:r>
          </a:p>
        </p:txBody>
      </p:sp>
      <p:cxnSp>
        <p:nvCxnSpPr>
          <p:cNvPr id="9" name="Suora yhdysviiva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Päivämäärän paikkamerkki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333519F-843D-4D32-BA64-656BC6AC4DA3}" type="datetime1">
              <a:rPr lang="fi-FI" smtClean="0"/>
              <a:t>23.10.2026</a:t>
            </a:fld>
            <a:endParaRPr lang="en-US"/>
          </a:p>
        </p:txBody>
      </p:sp>
      <p:sp>
        <p:nvSpPr>
          <p:cNvPr id="5" name="Alatunnisteen paikkamerkki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6" name="Dian numeron paikkamerkki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Otsikko ja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703801-F711-40F9-9B56-77FBC145414B}" type="datetime1">
              <a:rPr lang="fi-FI" smtClean="0"/>
              <a:t>23.10.2026</a:t>
            </a:fld>
            <a:endParaRPr lang="en-US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Osan ylätunnis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cxnSp>
        <p:nvCxnSpPr>
          <p:cNvPr id="9" name="Suora yhdysviiva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7CD3DFB-A4C7-4CEC-AB9B-66D7594D9109}" type="datetime1">
              <a:rPr lang="fi-FI" smtClean="0"/>
              <a:t>23.10.2026</a:t>
            </a:fld>
            <a:endParaRPr lang="en-US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1" name="Dian numeron paikkamerkki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Kaksi sisältökohdet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tsikko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25D4FFD-250F-42DE-8618-6D33D0945576}" type="datetime1">
              <a:rPr lang="fi-FI" smtClean="0"/>
              <a:t>23.10.2026</a:t>
            </a:fld>
            <a:endParaRPr lang="en-US"/>
          </a:p>
        </p:txBody>
      </p:sp>
      <p:sp>
        <p:nvSpPr>
          <p:cNvPr id="9" name="Alatunnisteen paikkamerkki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Dian numeron paikkamerkki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tai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tsikko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4" name="Sisällön paikkamerkki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5" name="Tekstin paikkamerkki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6" name="Sisällön paikkamerkki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526A7F96-E146-44FA-9181-EADF068C161D}" type="datetime1">
              <a:rPr lang="fi-FI" smtClean="0"/>
              <a:t>23.10.2026</a:t>
            </a:fld>
            <a:endParaRPr lang="en-US"/>
          </a:p>
        </p:txBody>
      </p:sp>
      <p:sp>
        <p:nvSpPr>
          <p:cNvPr id="11" name="Alatunnisteen paikkamerkki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2" name="Dian numeron paikkamerkki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Vain otsikk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6" name="Päivämäärän paikkamerkki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8BC3B49-041D-4B38-8CBE-140F67F1C3C3}" type="datetime1">
              <a:rPr lang="fi-FI" smtClean="0"/>
              <a:t>23.10.2026</a:t>
            </a:fld>
            <a:endParaRPr lang="en-US"/>
          </a:p>
        </p:txBody>
      </p:sp>
      <p:sp>
        <p:nvSpPr>
          <p:cNvPr id="7" name="Alatunnisteen paikkamerkki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8" name="Dian numeron paikkamerkki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yhjä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orakulmio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Päivämäärän paikkamerkki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D2A58AB-B984-44E1-96A8-5FC5D89F26AA}" type="datetime1">
              <a:rPr lang="fi-FI" smtClean="0"/>
              <a:t>23.10.2026</a:t>
            </a:fld>
            <a:endParaRPr lang="en-US"/>
          </a:p>
        </p:txBody>
      </p:sp>
      <p:sp>
        <p:nvSpPr>
          <p:cNvPr id="3" name="Alatunnisteen paikkamerkki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4" name="Dian numeron paikkamerkki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tsikollinen sisält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orakulmio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4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Sisällön paikkamerkki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Kuva ja kuva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uorakulmio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Kuvan paikkamerkki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/>
              <a:t>Click icon to add picture</a:t>
            </a:r>
          </a:p>
        </p:txBody>
      </p:sp>
      <p:sp>
        <p:nvSpPr>
          <p:cNvPr id="2" name="Otsikko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4" name="Tekstin paikkamerkki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/>
              <a:t>Click to edit Master text styles</a:t>
            </a:r>
          </a:p>
        </p:txBody>
      </p:sp>
      <p:sp>
        <p:nvSpPr>
          <p:cNvPr id="5" name="Päivämäärän paikkamerkki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399058F8-0286-4E06-8D9E-02EE5CB85371}" type="datetime1">
              <a:rPr lang="fi-FI" smtClean="0"/>
              <a:t>23.10.2026</a:t>
            </a:fld>
            <a:endParaRPr lang="en-US"/>
          </a:p>
        </p:txBody>
      </p:sp>
      <p:sp>
        <p:nvSpPr>
          <p:cNvPr id="6" name="Alatunnisteen paikkamerkki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/>
          </a:p>
        </p:txBody>
      </p:sp>
      <p:sp>
        <p:nvSpPr>
          <p:cNvPr id="7" name="Dian numeron paikkamerkki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Otsikko ja pystysuuntainen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Pystysuuntaisen tekstin paikkamerkki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F41986F-AC63-4C6C-A83D-BE731401382C}" type="datetime1">
              <a:rPr lang="fi-FI" smtClean="0"/>
              <a:t>23.10.2026</a:t>
            </a:fld>
            <a:endParaRPr lang="en-US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9" name="Dian numeron paikkamerkki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Pystysuuntainen otsikko ja tek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orakulmio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Pystysuuntainen otsikko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en-US"/>
              <a:t>Click to edit Master title style</a:t>
            </a:r>
          </a:p>
        </p:txBody>
      </p:sp>
      <p:sp>
        <p:nvSpPr>
          <p:cNvPr id="3" name="Pystysuuntaisen tekstin paikkamerkki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en-US"/>
              <a:t>Click to edit Master text styles</a:t>
            </a:r>
          </a:p>
          <a:p>
            <a:pPr lvl="1" rtl="0"/>
            <a:r>
              <a:rPr lang="en-US"/>
              <a:t>Second level</a:t>
            </a:r>
          </a:p>
          <a:p>
            <a:pPr lvl="2" rtl="0"/>
            <a:r>
              <a:rPr lang="en-US"/>
              <a:t>Third level</a:t>
            </a:r>
          </a:p>
          <a:p>
            <a:pPr lvl="3" rtl="0"/>
            <a:r>
              <a:rPr lang="en-US"/>
              <a:t>Fourth level</a:t>
            </a:r>
          </a:p>
          <a:p>
            <a:pPr lvl="4" rtl="0"/>
            <a:r>
              <a:rPr lang="en-US"/>
              <a:t>Fifth level</a:t>
            </a:r>
          </a:p>
        </p:txBody>
      </p:sp>
      <p:sp>
        <p:nvSpPr>
          <p:cNvPr id="7" name="Päivämäärän paikkamerkki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E98A873-79C9-43D8-B793-398293F8F7CF}" type="datetime1">
              <a:rPr lang="fi-FI" smtClean="0"/>
              <a:t>23.10.2026</a:t>
            </a:fld>
            <a:endParaRPr lang="en-US"/>
          </a:p>
        </p:txBody>
      </p:sp>
      <p:sp>
        <p:nvSpPr>
          <p:cNvPr id="8" name="Alatunnisteen paikkamerkki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/>
          </a:p>
        </p:txBody>
      </p:sp>
      <p:sp>
        <p:nvSpPr>
          <p:cNvPr id="10" name="Dian numeron paikkamerkki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orakulmio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i-FI"/>
          </a:p>
        </p:txBody>
      </p:sp>
      <p:sp>
        <p:nvSpPr>
          <p:cNvPr id="2" name="Otsikon paikkamerkki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fi"/>
              <a:t>Muokkaa otsikon perustyyliä napsauttamalla</a:t>
            </a:r>
            <a:endParaRPr lang="en-US"/>
          </a:p>
        </p:txBody>
      </p:sp>
      <p:sp>
        <p:nvSpPr>
          <p:cNvPr id="3" name="Tekstin paikkamerkki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fi"/>
              <a:t>Muokkaa tekstin perustyylejä napsauttamalla</a:t>
            </a:r>
          </a:p>
          <a:p>
            <a:pPr lvl="1" rtl="0"/>
            <a:r>
              <a:rPr lang="fi"/>
              <a:t>Toinen taso</a:t>
            </a:r>
          </a:p>
          <a:p>
            <a:pPr lvl="2" rtl="0"/>
            <a:r>
              <a:rPr lang="fi"/>
              <a:t>Kolmas taso</a:t>
            </a:r>
          </a:p>
          <a:p>
            <a:pPr lvl="3" rtl="0"/>
            <a:r>
              <a:rPr lang="fi"/>
              <a:t>Neljäs taso</a:t>
            </a:r>
          </a:p>
          <a:p>
            <a:pPr lvl="4" rtl="0"/>
            <a:r>
              <a:rPr lang="fi"/>
              <a:t>Viides taso</a:t>
            </a:r>
            <a:endParaRPr lang="en-US"/>
          </a:p>
        </p:txBody>
      </p:sp>
      <p:sp>
        <p:nvSpPr>
          <p:cNvPr id="4" name="Päivämäärän paikkamerkki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E6343564-1337-43E5-904A-A7BD9FFE90C2}" type="datetime1">
              <a:rPr lang="fi-FI" smtClean="0"/>
              <a:t>23.10.2026</a:t>
            </a:fld>
            <a:endParaRPr lang="en-US"/>
          </a:p>
        </p:txBody>
      </p:sp>
      <p:sp>
        <p:nvSpPr>
          <p:cNvPr id="5" name="Alatunnisteen paikkamerkki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/>
          </a:p>
        </p:txBody>
      </p:sp>
      <p:sp>
        <p:nvSpPr>
          <p:cNvPr id="6" name="Dian numeron paikkamerkki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uora yhdysviiva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tsikko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 anchor="b">
            <a:normAutofit/>
          </a:bodyPr>
          <a:lstStyle/>
          <a:p>
            <a:pPr rtl="0"/>
            <a:r>
              <a:rPr lang="fi"/>
              <a:t>Finncare Website redesign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185684A-C1A5-CD11-88AD-9AF27AA8A4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2125" y="3427873"/>
            <a:ext cx="3637405" cy="829446"/>
          </a:xfrm>
          <a:prstGeom prst="rect">
            <a:avLst/>
          </a:prstGeom>
          <a:noFill/>
        </p:spPr>
      </p:pic>
      <p:sp>
        <p:nvSpPr>
          <p:cNvPr id="3" name="Alaotsikko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vert="horz" lIns="91440" tIns="45720" rIns="91440" bIns="45720" rtlCol="0" anchor="t">
            <a:normAutofit/>
          </a:bodyPr>
          <a:lstStyle/>
          <a:p>
            <a:pPr rtl="0"/>
            <a:r>
              <a:rPr lang="fi"/>
              <a:t>Made by: L</a:t>
            </a:r>
            <a:r>
              <a:rPr lang="fi-FI"/>
              <a:t>a</a:t>
            </a:r>
            <a:r>
              <a:rPr lang="fi"/>
              <a:t>sse 4</a:t>
            </a:r>
          </a:p>
          <a:p>
            <a:r>
              <a:rPr lang="fi"/>
              <a:t>Members: Aleksi Oikarinen, Matias Malmberg, Subash Chhetri, Tuomas Hartikainen, Sachet Dahal, Sadia Rumpa, Sadia Sanji &amp; Valtteri Koivisto.</a:t>
            </a:r>
          </a:p>
          <a:p>
            <a:endParaRPr lang="fi"/>
          </a:p>
        </p:txBody>
      </p:sp>
      <p:sp>
        <p:nvSpPr>
          <p:cNvPr id="33" name="Date Placeholder 4">
            <a:extLst>
              <a:ext uri="{FF2B5EF4-FFF2-40B4-BE49-F238E27FC236}">
                <a16:creationId xmlns:a16="http://schemas.microsoft.com/office/drawing/2014/main" id="{5AE05E2D-E0D0-2727-E22C-C67B6982B9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218426" y="6446838"/>
            <a:ext cx="2584850" cy="365125"/>
          </a:xfrm>
        </p:spPr>
        <p:txBody>
          <a:bodyPr anchor="ctr">
            <a:normAutofit/>
          </a:bodyPr>
          <a:lstStyle/>
          <a:p>
            <a:pPr rtl="0">
              <a:spcAft>
                <a:spcPts val="600"/>
              </a:spcAft>
            </a:pPr>
            <a:fld id="{81DDB612-6900-4DF6-9D0F-3D8EC5067B5D}" type="datetime1">
              <a:rPr lang="fi-FI" smtClean="0"/>
              <a:pPr rtl="0">
                <a:spcAft>
                  <a:spcPts val="600"/>
                </a:spcAft>
              </a:pPr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69EED-4DF0-68FE-B707-9141B3EAD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576591"/>
          </a:xfrm>
        </p:spPr>
        <p:txBody>
          <a:bodyPr/>
          <a:lstStyle/>
          <a:p>
            <a:r>
              <a:rPr lang="fi-FI"/>
              <a:t>Home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E31968F-8E05-B91F-B3C3-12160C9946B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7573" y="3891"/>
            <a:ext cx="7482205" cy="622125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4FD10D-0B2C-D18F-FB83-E7674F0B4A33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Focused on clarity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Less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Welcoming to the eye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Larger buttons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FAQ section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E96531-69B1-E5DB-1877-AF39E0E356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6473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B9C9D4-5695-D41D-78AE-52D1879B7D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542085"/>
          </a:xfrm>
        </p:spPr>
        <p:txBody>
          <a:bodyPr>
            <a:normAutofit fontScale="90000"/>
          </a:bodyPr>
          <a:lstStyle/>
          <a:p>
            <a:r>
              <a:rPr lang="fi-FI"/>
              <a:t>Contact us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936FD8F2-5EFC-E226-CCFA-C8B7390D9D1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82" t="16136" r="-2582" b="-16136"/>
          <a:stretch>
            <a:fillRect/>
          </a:stretch>
        </p:blipFill>
        <p:spPr>
          <a:xfrm>
            <a:off x="4667658" y="379508"/>
            <a:ext cx="7529332" cy="510262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C97322D-0F14-C155-3294-00568A4C25E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Made a quick access page for contact us so that the top bar isn’t the only way to access its contents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8ED02D-25C9-238C-8F43-D1F9DE65E9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9403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18E1C1-180A-D0FD-3E18-6EC75CE17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947526"/>
          </a:xfrm>
        </p:spPr>
        <p:txBody>
          <a:bodyPr>
            <a:normAutofit fontScale="90000"/>
          </a:bodyPr>
          <a:lstStyle/>
          <a:p>
            <a:r>
              <a:rPr lang="fi-FI"/>
              <a:t>Job application site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86DFEA1F-EA30-8F3B-FA62-18B3A8F48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535" y="4063"/>
            <a:ext cx="7511415" cy="5686932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6678B7-0804-CA73-8210-A148F089A1BF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Low maintenance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3B957A-A07B-8464-2D37-3802B8480E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05090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9A28E3-890F-FF39-A1C4-2FAA4603E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85267"/>
          </a:xfrm>
        </p:spPr>
        <p:txBody>
          <a:bodyPr>
            <a:normAutofit fontScale="90000"/>
          </a:bodyPr>
          <a:lstStyle/>
          <a:p>
            <a:r>
              <a:rPr lang="fi-FI"/>
              <a:t>Become a member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C8F9979-B7D3-F6D5-8A78-40760305F5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933" y="468338"/>
            <a:ext cx="7522845" cy="5912117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47E19F-DB1D-C1BF-FD2A-917EE31816B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Informative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Clear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Options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FDC4E1-F1FB-3262-5CFE-5CE134028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17537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D0FE9C-4D86-4246-EB09-4AE92A78F1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775717"/>
          </a:xfrm>
        </p:spPr>
        <p:txBody>
          <a:bodyPr/>
          <a:lstStyle/>
          <a:p>
            <a:r>
              <a:rPr lang="fi-FI"/>
              <a:t>Donation page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58F8B93-EA3E-2089-7BE6-6A9F183F4C2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413" y="1509253"/>
            <a:ext cx="7495898" cy="3835145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4F5DF9-5A87-7D93-0878-5412D6B1BF1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Informative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To the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More text to inform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B49E90-65AF-E320-74C7-EDA82E4428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1333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5BF795-9888-6D9E-B283-6AF4C1BF1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1283957"/>
          </a:xfrm>
        </p:spPr>
        <p:txBody>
          <a:bodyPr/>
          <a:lstStyle/>
          <a:p>
            <a:r>
              <a:rPr lang="fi-FI"/>
              <a:t>News &amp; Events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7BA21E66-E846-AA1D-9985-3AD1B286A8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0178" y="430728"/>
            <a:ext cx="7563783" cy="578951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91AB2ED-32A7-0178-253C-5DC857500BF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Clear view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layout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to add content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8C595F-10E5-07ED-987A-04792AB58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38889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68A747-3040-0CEA-1A50-043A7D8396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Language selector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07FA296-4D32-24D9-DE7C-D771C89CC7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85940" y="2101428"/>
            <a:ext cx="7330865" cy="78489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115DB2-C8CB-BA9A-35C6-46B31F80D57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endParaRPr lang="en-US"/>
          </a:p>
          <a:p>
            <a:endParaRPr lang="en-US"/>
          </a:p>
          <a:p>
            <a:r>
              <a:rPr lang="en-US"/>
              <a:t>Language selection top right of every page</a:t>
            </a:r>
          </a:p>
          <a:p>
            <a:r>
              <a:rPr lang="en-US"/>
              <a:t>Easy to spot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4DB814-8D94-1D61-156E-0699690524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AE22D3-7D3A-1737-2DA7-A19ABEB453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182" y="3047792"/>
            <a:ext cx="2186333" cy="663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5882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1DF99F-B567-3306-F767-5EDF9CEF84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528067"/>
          </a:xfrm>
        </p:spPr>
        <p:txBody>
          <a:bodyPr>
            <a:normAutofit fontScale="90000"/>
          </a:bodyPr>
          <a:lstStyle/>
          <a:p>
            <a:r>
              <a:rPr lang="fi-FI"/>
              <a:t>Our Services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1B7AEB-DB89-C859-DF78-6E16221EBAB9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285750" indent="-285750">
              <a:buFont typeface="Calibri" panose="020B0604020202020204" pitchFamily="34" charset="0"/>
              <a:buChar char="-"/>
            </a:pPr>
            <a:r>
              <a:rPr lang="fi-FI"/>
              <a:t>Quick access page</a:t>
            </a:r>
            <a:endParaRPr lang="en-US"/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fi-FI"/>
              <a:t>Option displayed visually</a:t>
            </a:r>
          </a:p>
          <a:p>
            <a:pPr marL="285750" indent="-285750">
              <a:buFont typeface="Calibri" panose="020B0604020202020204" pitchFamily="34" charset="0"/>
              <a:buChar char="-"/>
            </a:pPr>
            <a:r>
              <a:rPr lang="fi-FI"/>
              <a:t>Easy to use</a:t>
            </a:r>
          </a:p>
          <a:p>
            <a:pPr marL="285750" indent="-285750">
              <a:buChar char="-"/>
            </a:pPr>
            <a:r>
              <a:rPr lang="fi-FI"/>
              <a:t>Clear call-to-action buttons 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3CB6F-23B2-6C77-283B-AEDA8D083A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BE53FE25-38AA-8D44-0A5C-1B5183C2B6D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36867" y="0"/>
            <a:ext cx="6569616" cy="6747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9445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B90E8-9B4F-0CDB-C64D-1F65FF01F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47167"/>
          </a:xfrm>
        </p:spPr>
        <p:txBody>
          <a:bodyPr/>
          <a:lstStyle/>
          <a:p>
            <a:r>
              <a:rPr lang="fi-FI"/>
              <a:t>Aged care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B4406AE-5CF6-B5D7-D21F-1D06FDC3A82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6453" y="-739"/>
            <a:ext cx="7553325" cy="609843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61A84A-0F9E-68BE-224D-616F44A52B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Presentation of aged care informaton with clear heading and description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Highlighted the benefits of aged care services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Added images and visual elements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Straight to the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Added clear call-to-action buttons.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7508B-F322-84AD-E6A6-E82D1B2D2D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874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982AC4-BFE6-0B24-F3B1-F0A27EC1BA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1213867"/>
          </a:xfrm>
        </p:spPr>
        <p:txBody>
          <a:bodyPr/>
          <a:lstStyle/>
          <a:p>
            <a:r>
              <a:rPr lang="fi-FI"/>
              <a:t>Home support services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646F4599-239C-C86C-F1FF-09E866C945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01052" y="14445"/>
            <a:ext cx="7488726" cy="6435035"/>
          </a:xfrm>
          <a:prstGeom prst="rect">
            <a:avLst/>
          </a:prstGeom>
          <a:ln w="190500" cap="sq">
            <a:solidFill>
              <a:srgbClr val="C8C6BD"/>
            </a:solidFill>
            <a:prstDash val="solid"/>
            <a:miter lim="800000"/>
          </a:ln>
          <a:effectLst>
            <a:outerShdw blurRad="254000" algn="bl" rotWithShape="0">
              <a:srgbClr val="000000">
                <a:alpha val="43000"/>
              </a:srgbClr>
            </a:outerShdw>
          </a:effectLst>
          <a:scene3d>
            <a:camera prst="perspectiveFront" fov="5400000"/>
            <a:lightRig rig="threePt" dir="t">
              <a:rot lat="0" lon="0" rev="2100000"/>
            </a:lightRig>
          </a:scene3d>
          <a:sp3d extrusionH="25400">
            <a:bevelT w="304800" h="152400" prst="hardEdge"/>
            <a:extrusionClr>
              <a:srgbClr val="000000"/>
            </a:extrusionClr>
          </a:sp3d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88A4B6-B390-37EC-37E4-90C26E487C35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Limited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Highlighted the key benefits of home support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Added home support services into separate sections such as household assistance, meal support and other support services.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Added services related images and icons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Added frequently asked question section.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0D24E9-AF63-B60A-EE80-BCEB3EF1BC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2474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FDC604-9A97-3E99-1E96-981B993ED2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613792"/>
          </a:xfrm>
        </p:spPr>
        <p:txBody>
          <a:bodyPr/>
          <a:lstStyle/>
          <a:p>
            <a:r>
              <a:rPr lang="fi-FI"/>
              <a:t>Gym site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FED68BB-705E-494A-6611-7713B2C837A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5232" y="0"/>
            <a:ext cx="5555446" cy="6858953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E379E4B-9A05-EFC6-FC9D-8184705ED18E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Notifying about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Visually pleasing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Visible timetables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61804-7CF4-146A-FDC8-18E88A96F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819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F7607-ECE0-E0F4-7891-D400D5934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804292"/>
          </a:xfrm>
        </p:spPr>
        <p:txBody>
          <a:bodyPr/>
          <a:lstStyle/>
          <a:p>
            <a:r>
              <a:rPr lang="fi-FI"/>
              <a:t>Our people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72CD503B-E996-51F7-0C18-190440465B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38287" y="1657"/>
            <a:ext cx="7137813" cy="698893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524214-E020-D4D3-416D-04F31FD76A4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to update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Clear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No hastle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124849-62EC-82DE-590C-BB33AA012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9117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D8854F-CD51-B2D8-5FFF-AD72EB9BDA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4"/>
            <a:ext cx="3517567" cy="766192"/>
          </a:xfrm>
        </p:spPr>
        <p:txBody>
          <a:bodyPr/>
          <a:lstStyle/>
          <a:p>
            <a:r>
              <a:rPr lang="fi-FI"/>
              <a:t>Policies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03477A-12A7-4543-7902-705391A9AD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413" y="1129223"/>
            <a:ext cx="7495898" cy="3822164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658E23-35AB-A1A4-DD0D-DB76D7EA7B8D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To the point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fi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259ABB-607B-B4B4-E2ED-DDBF80B73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163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9B520-B728-BAC3-5EDC-EFA0ABF10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985267"/>
          </a:xfrm>
        </p:spPr>
        <p:txBody>
          <a:bodyPr>
            <a:normAutofit fontScale="90000"/>
          </a:bodyPr>
          <a:lstStyle/>
          <a:p>
            <a:r>
              <a:rPr lang="fi-FI"/>
              <a:t>Contact information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C08229FF-9754-A55A-D8F0-42FC12F08AB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2630" y="787473"/>
            <a:ext cx="7440681" cy="44394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977B6-9B87-732B-6F42-B333E67215B1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Visual location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Easy to read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To the point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CBA101-0B71-1B6C-40E7-2AE99D5C8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05262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F5575-A665-ADBA-8A5D-5C90498CE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1023367"/>
          </a:xfrm>
        </p:spPr>
        <p:txBody>
          <a:bodyPr>
            <a:normAutofit fontScale="90000"/>
          </a:bodyPr>
          <a:lstStyle/>
          <a:p>
            <a:r>
              <a:rPr lang="fi-FI"/>
              <a:t>Retirement living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B17F2ADB-9469-553C-B84D-F19AFF9AC3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2195" y="967515"/>
            <a:ext cx="7551117" cy="383636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C61BCF-976A-EB08-9B3F-8F4D71997894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Great contrast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Limited 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Simple is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fi-FI"/>
              <a:t>Highlighted main benefits, such as spacious homes, a friendly community and social activities.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751A62-4C53-9879-2BA3-DC07B00B32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246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Title 1">
            <a:extLst>
              <a:ext uri="{FF2B5EF4-FFF2-40B4-BE49-F238E27FC236}">
                <a16:creationId xmlns:a16="http://schemas.microsoft.com/office/drawing/2014/main" id="{3D7D6A75-4872-2B51-0819-2E7CF1D04B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699517"/>
          </a:xfrm>
        </p:spPr>
        <p:txBody>
          <a:bodyPr/>
          <a:lstStyle/>
          <a:p>
            <a:r>
              <a:rPr lang="en-US"/>
              <a:t>Who we are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BCA02D-F87D-332D-34C8-403120BC806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6504" y="1157881"/>
            <a:ext cx="7523464" cy="3822272"/>
          </a:xfrm>
          <a:prstGeom prst="rect">
            <a:avLst/>
          </a:prstGeom>
          <a:noFill/>
        </p:spPr>
      </p:pic>
      <p:sp>
        <p:nvSpPr>
          <p:cNvPr id="56" name="Text Placeholder 3">
            <a:extLst>
              <a:ext uri="{FF2B5EF4-FFF2-40B4-BE49-F238E27FC236}">
                <a16:creationId xmlns:a16="http://schemas.microsoft.com/office/drawing/2014/main" id="{5230F626-10D3-9FC3-3CA6-61210572B8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3465" y="2535050"/>
            <a:ext cx="3517567" cy="3064505"/>
          </a:xfrm>
        </p:spPr>
        <p:txBody>
          <a:bodyPr vert="horz" lIns="91440" tIns="45720" rIns="91440" bIns="45720" rtlCol="0"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Quick access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Easy to use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No </a:t>
            </a:r>
            <a:r>
              <a:rPr lang="en-US" err="1"/>
              <a:t>hastle</a:t>
            </a:r>
            <a:endParaRPr lang="en-US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Helps visitors learn more about </a:t>
            </a:r>
            <a:r>
              <a:rPr lang="en-US" err="1"/>
              <a:t>finncare</a:t>
            </a:r>
            <a:r>
              <a:rPr lang="en-US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/>
              <a:t>Visitors can find relevant information by using button.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/>
          </a:p>
        </p:txBody>
      </p:sp>
      <p:sp>
        <p:nvSpPr>
          <p:cNvPr id="58" name="Date Placeholder 4">
            <a:extLst>
              <a:ext uri="{FF2B5EF4-FFF2-40B4-BE49-F238E27FC236}">
                <a16:creationId xmlns:a16="http://schemas.microsoft.com/office/drawing/2014/main" id="{2A418FAE-F4AE-15C3-6ED3-A58D9FE3F26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/>
          <a:p>
            <a:pPr rtl="0">
              <a:spcAft>
                <a:spcPts val="600"/>
              </a:spcAft>
            </a:pPr>
            <a:fld id="{81DDB612-6900-4DF6-9D0F-3D8EC5067B5D}" type="datetime1">
              <a:rPr lang="fi-FI" smtClean="0"/>
              <a:pPr rtl="0">
                <a:spcAft>
                  <a:spcPts val="600"/>
                </a:spcAft>
              </a:pPr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1460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5E6C27-D684-5358-55D3-C546B7927D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6" y="816863"/>
            <a:ext cx="3517567" cy="1017015"/>
          </a:xfrm>
        </p:spPr>
        <p:txBody>
          <a:bodyPr>
            <a:normAutofit fontScale="90000"/>
          </a:bodyPr>
          <a:lstStyle/>
          <a:p>
            <a:r>
              <a:rPr lang="en-US"/>
              <a:t>Thank you for listening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F00D69-FCD7-6404-4759-25017CE2055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984756" y="1021777"/>
            <a:ext cx="4876800" cy="4876800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A3DBD9-60B5-BC25-F066-FFA629765FC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We hope you enjoyed our presentation!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CDC8F2B-38DD-57B7-8BCF-CE7C918F9C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81DDB612-6900-4DF6-9D0F-3D8EC5067B5D}" type="datetime1">
              <a:rPr lang="fi-FI" smtClean="0"/>
              <a:t>23.10.2026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76608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55_TF56160789" id="{EC292589-23A5-4911-B1FB-F1D04A48FA99}" vid="{88188127-3B64-41BF-A762-E81AA013BF0A}"/>
    </a:ext>
  </a:extLst>
</a:theme>
</file>

<file path=ppt/theme/theme2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te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b3a2de78-3e60-41eb-b54b-6cc06bf51c1f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Asiakirja" ma:contentTypeID="0x010100D24198111070AF4CAFBA2665C4910BE4" ma:contentTypeVersion="5" ma:contentTypeDescription="Luo uusi asiakirja." ma:contentTypeScope="" ma:versionID="aa50c7feda0996bb3f03f3d0e840cc9e">
  <xsd:schema xmlns:xsd="http://www.w3.org/2001/XMLSchema" xmlns:xs="http://www.w3.org/2001/XMLSchema" xmlns:p="http://schemas.microsoft.com/office/2006/metadata/properties" xmlns:ns3="b3a2de78-3e60-41eb-b54b-6cc06bf51c1f" targetNamespace="http://schemas.microsoft.com/office/2006/metadata/properties" ma:root="true" ma:fieldsID="be98d332c2c7579e7755f037cb664e6f" ns3:_="">
    <xsd:import namespace="b3a2de78-3e60-41eb-b54b-6cc06bf51c1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a2de78-3e60-41eb-b54b-6cc06bf51c1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activity" ma:index="12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Sisältölaji"/>
        <xsd:element ref="dc:title" minOccurs="0" maxOccurs="1" ma:index="4" ma:displayName="Otsikk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33FB35C9-68C7-4974-A684-DAFB049D4701}">
  <ds:schemaRefs>
    <ds:schemaRef ds:uri="b3a2de78-3e60-41eb-b54b-6cc06bf51c1f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03A29E20-6F80-4E58-B9E9-AD927B7EE1A0}">
  <ds:schemaRefs>
    <ds:schemaRef ds:uri="b3a2de78-3e60-41eb-b54b-6cc06bf51c1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B400E2BD-D421-4039-8CE8-3E350FE49099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fbd2f045-b34c-4673-9534-8f2374355cec}" enabled="0" method="" siteId="{fbd2f045-b34c-4673-9534-8f2374355cec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{2FFFE3D3-676E-468F-AB7B-9100E14FF75E}TFf0a5ceae-4542-492d-822e-d65a94fb0e1e4cc5b329_win32-4d5ce4e940b9</Template>
  <Application>Microsoft Office PowerPoint</Application>
  <PresentationFormat>Widescreen</PresentationFormat>
  <Slides>18</Slides>
  <Notes>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1_RetrospectVTI</vt:lpstr>
      <vt:lpstr>Finncare Website redesign</vt:lpstr>
      <vt:lpstr>Home page</vt:lpstr>
      <vt:lpstr>Contact us page</vt:lpstr>
      <vt:lpstr>Job application site</vt:lpstr>
      <vt:lpstr>Become a member</vt:lpstr>
      <vt:lpstr>Donation page</vt:lpstr>
      <vt:lpstr>News &amp; Events</vt:lpstr>
      <vt:lpstr>Language selector</vt:lpstr>
      <vt:lpstr>Our Services</vt:lpstr>
      <vt:lpstr>Aged care</vt:lpstr>
      <vt:lpstr>Home support services</vt:lpstr>
      <vt:lpstr>Gym site</vt:lpstr>
      <vt:lpstr>Our people</vt:lpstr>
      <vt:lpstr>Policies</vt:lpstr>
      <vt:lpstr>Contact information</vt:lpstr>
      <vt:lpstr>Retirement living</vt:lpstr>
      <vt:lpstr>Who we are</vt:lpstr>
      <vt:lpstr>Thank you for listening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Aleksi Oikarinen</dc:creator>
  <cp:revision>1</cp:revision>
  <dcterms:created xsi:type="dcterms:W3CDTF">2026-10-22T09:09:46Z</dcterms:created>
  <dcterms:modified xsi:type="dcterms:W3CDTF">2026-10-23T08:00:52Z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0x010100D24198111070AF4CAFBA2665C4910BE4</vt:lpwstr>
  </property>
</Properties>
</file>